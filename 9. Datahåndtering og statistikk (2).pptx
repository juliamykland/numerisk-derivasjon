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54" r:id="rId5"/>
    <p:sldId id="500" r:id="rId6"/>
    <p:sldId id="504" r:id="rId7"/>
    <p:sldId id="485" r:id="rId8"/>
    <p:sldId id="492" r:id="rId9"/>
    <p:sldId id="505" r:id="rId10"/>
    <p:sldId id="508" r:id="rId11"/>
    <p:sldId id="509" r:id="rId12"/>
    <p:sldId id="507" r:id="rId13"/>
    <p:sldId id="510" r:id="rId14"/>
    <p:sldId id="511" r:id="rId15"/>
    <p:sldId id="512" r:id="rId16"/>
    <p:sldId id="513" r:id="rId17"/>
    <p:sldId id="517" r:id="rId18"/>
    <p:sldId id="514" r:id="rId19"/>
    <p:sldId id="518" r:id="rId20"/>
    <p:sldId id="515" r:id="rId21"/>
  </p:sldIdLst>
  <p:sldSz cx="9144000" cy="5145088"/>
  <p:notesSz cx="6858000" cy="9144000"/>
  <p:defaultTextStyle>
    <a:defPPr>
      <a:defRPr lang="nb-NO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as Drolsum Haraldsrud" initials="ADH" lastIdx="2" clrIdx="0">
    <p:extLst>
      <p:ext uri="{19B8F6BF-5375-455C-9EA6-DF929625EA0E}">
        <p15:presenceInfo xmlns:p15="http://schemas.microsoft.com/office/powerpoint/2012/main" userId="S-1-5-21-573178753-3869741976-1425505419-4440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BCA"/>
    <a:srgbClr val="76777B"/>
    <a:srgbClr val="C7C1B8"/>
    <a:srgbClr val="F5F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0D2D1-222D-4381-A56E-54291E8B145D}" v="10" dt="2019-11-12T19:30:36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- aks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ddels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8" autoAdjust="0"/>
    <p:restoredTop sz="82746" autoAdjust="0"/>
  </p:normalViewPr>
  <p:slideViewPr>
    <p:cSldViewPr snapToGrid="0">
      <p:cViewPr varScale="1">
        <p:scale>
          <a:sx n="79" d="100"/>
          <a:sy n="79" d="100"/>
        </p:scale>
        <p:origin x="1386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Drolsum Haraldsrud" userId="a321594c-2ddb-4e67-9f54-8982ebf5f6fc" providerId="ADAL" clId="{58EE8A58-1D1E-4EA5-9925-4C787AC76A31}"/>
    <pc:docChg chg="modSld">
      <pc:chgData name="Andreas Drolsum Haraldsrud" userId="a321594c-2ddb-4e67-9f54-8982ebf5f6fc" providerId="ADAL" clId="{58EE8A58-1D1E-4EA5-9925-4C787AC76A31}" dt="2019-10-20T20:21:03.971" v="0"/>
      <pc:docMkLst>
        <pc:docMk/>
      </pc:docMkLst>
    </pc:docChg>
  </pc:docChgLst>
  <pc:docChgLst>
    <pc:chgData name="Andreas Drolsum Haraldsrud" userId="S::andreadh@uio.no::a321594c-2ddb-4e67-9f54-8982ebf5f6fc" providerId="AD" clId="Web-{FA676095-213D-4CDA-82C9-88376A38A065}"/>
  </pc:docChgLst>
  <pc:docChgLst>
    <pc:chgData name="Andreas Drolsum Haraldsrud" userId="acec7d9d-f2e9-46ed-b591-c74056642f7d" providerId="ADAL" clId="{5BADA0C6-B60F-4019-90D5-F8C3A2B29C64}"/>
  </pc:docChgLst>
  <pc:docChgLst>
    <pc:chgData name="Andreas Drolsum Haraldsrud" userId="a321594c-2ddb-4e67-9f54-8982ebf5f6fc" providerId="ADAL" clId="{987D2CE8-D9D1-4506-B8F9-A0153211E50A}"/>
    <pc:docChg chg="undo custSel addSld modSld">
      <pc:chgData name="Andreas Drolsum Haraldsrud" userId="a321594c-2ddb-4e67-9f54-8982ebf5f6fc" providerId="ADAL" clId="{987D2CE8-D9D1-4506-B8F9-A0153211E50A}" dt="2019-10-12T15:18:45.532" v="667" actId="404"/>
      <pc:docMkLst>
        <pc:docMk/>
      </pc:docMkLst>
    </pc:docChg>
  </pc:docChgLst>
  <pc:docChgLst>
    <pc:chgData name="Andreas Drolsum Haraldsrud" userId="S::andreadh@uio.no::a321594c-2ddb-4e67-9f54-8982ebf5f6fc" providerId="AD" clId="Web-{3DC2FA74-9607-49E9-969D-85BA12D4C559}"/>
  </pc:docChgLst>
  <pc:docChgLst>
    <pc:chgData name="Andreas Drolsum Haraldsrud" userId="acec7d9d-f2e9-46ed-b591-c74056642f7d" providerId="ADAL" clId="{44939C83-0270-41EC-87A5-E4F28EE5E1BE}"/>
  </pc:docChgLst>
  <pc:docChgLst>
    <pc:chgData name="Andreas Drolsum Haraldsrud" userId="acec7d9d-f2e9-46ed-b591-c74056642f7d" providerId="ADAL" clId="{6220D2D1-222D-4381-A56E-54291E8B145D}"/>
    <pc:docChg chg="custSel addSld delSld modSld sldOrd">
      <pc:chgData name="Andreas Drolsum Haraldsrud" userId="acec7d9d-f2e9-46ed-b591-c74056642f7d" providerId="ADAL" clId="{6220D2D1-222D-4381-A56E-54291E8B145D}" dt="2019-11-12T19:37:13.606" v="691" actId="20577"/>
      <pc:docMkLst>
        <pc:docMk/>
      </pc:docMkLst>
      <pc:sldChg chg="modSp">
        <pc:chgData name="Andreas Drolsum Haraldsrud" userId="acec7d9d-f2e9-46ed-b591-c74056642f7d" providerId="ADAL" clId="{6220D2D1-222D-4381-A56E-54291E8B145D}" dt="2019-11-12T19:08:06.937" v="45" actId="20577"/>
        <pc:sldMkLst>
          <pc:docMk/>
          <pc:sldMk cId="1304191439" sldId="354"/>
        </pc:sldMkLst>
        <pc:spChg chg="mod">
          <ac:chgData name="Andreas Drolsum Haraldsrud" userId="acec7d9d-f2e9-46ed-b591-c74056642f7d" providerId="ADAL" clId="{6220D2D1-222D-4381-A56E-54291E8B145D}" dt="2019-11-12T19:08:06.937" v="45" actId="20577"/>
          <ac:spMkLst>
            <pc:docMk/>
            <pc:sldMk cId="1304191439" sldId="354"/>
            <ac:spMk id="2" creationId="{0FF1574C-EDB0-4093-99A6-A400FE61444B}"/>
          </ac:spMkLst>
        </pc:spChg>
        <pc:spChg chg="mod">
          <ac:chgData name="Andreas Drolsum Haraldsrud" userId="acec7d9d-f2e9-46ed-b591-c74056642f7d" providerId="ADAL" clId="{6220D2D1-222D-4381-A56E-54291E8B145D}" dt="2019-11-12T19:07:54.746" v="7" actId="20577"/>
          <ac:spMkLst>
            <pc:docMk/>
            <pc:sldMk cId="1304191439" sldId="354"/>
            <ac:spMk id="3" creationId="{AE17633F-38EF-4D85-9ED0-6D967DA7BF02}"/>
          </ac:spMkLst>
        </pc:spChg>
        <pc:spChg chg="mod">
          <ac:chgData name="Andreas Drolsum Haraldsrud" userId="acec7d9d-f2e9-46ed-b591-c74056642f7d" providerId="ADAL" clId="{6220D2D1-222D-4381-A56E-54291E8B145D}" dt="2019-11-12T19:07:48.157" v="1" actId="20577"/>
          <ac:spMkLst>
            <pc:docMk/>
            <pc:sldMk cId="1304191439" sldId="354"/>
            <ac:spMk id="4" creationId="{51E8BD12-25AB-48BB-9CD1-3C4604D09C16}"/>
          </ac:spMkLst>
        </pc:spChg>
      </pc:sldChg>
      <pc:sldChg chg="del">
        <pc:chgData name="Andreas Drolsum Haraldsrud" userId="acec7d9d-f2e9-46ed-b591-c74056642f7d" providerId="ADAL" clId="{6220D2D1-222D-4381-A56E-54291E8B145D}" dt="2019-11-12T19:08:44.295" v="55" actId="2696"/>
        <pc:sldMkLst>
          <pc:docMk/>
          <pc:sldMk cId="2948768562" sldId="484"/>
        </pc:sldMkLst>
      </pc:sldChg>
      <pc:sldChg chg="modSp add del">
        <pc:chgData name="Andreas Drolsum Haraldsrud" userId="acec7d9d-f2e9-46ed-b591-c74056642f7d" providerId="ADAL" clId="{6220D2D1-222D-4381-A56E-54291E8B145D}" dt="2019-11-12T19:10:54.874" v="142" actId="20577"/>
        <pc:sldMkLst>
          <pc:docMk/>
          <pc:sldMk cId="3631654944" sldId="485"/>
        </pc:sldMkLst>
        <pc:spChg chg="mod">
          <ac:chgData name="Andreas Drolsum Haraldsrud" userId="acec7d9d-f2e9-46ed-b591-c74056642f7d" providerId="ADAL" clId="{6220D2D1-222D-4381-A56E-54291E8B145D}" dt="2019-11-12T19:10:54.874" v="142" actId="20577"/>
          <ac:spMkLst>
            <pc:docMk/>
            <pc:sldMk cId="3631654944" sldId="485"/>
            <ac:spMk id="2" creationId="{00000000-0000-0000-0000-000000000000}"/>
          </ac:spMkLst>
        </pc:spChg>
      </pc:sldChg>
      <pc:sldChg chg="del">
        <pc:chgData name="Andreas Drolsum Haraldsrud" userId="acec7d9d-f2e9-46ed-b591-c74056642f7d" providerId="ADAL" clId="{6220D2D1-222D-4381-A56E-54291E8B145D}" dt="2019-11-12T19:08:39.241" v="50" actId="2696"/>
        <pc:sldMkLst>
          <pc:docMk/>
          <pc:sldMk cId="3805859233" sldId="486"/>
        </pc:sldMkLst>
      </pc:sldChg>
      <pc:sldChg chg="del">
        <pc:chgData name="Andreas Drolsum Haraldsrud" userId="acec7d9d-f2e9-46ed-b591-c74056642f7d" providerId="ADAL" clId="{6220D2D1-222D-4381-A56E-54291E8B145D}" dt="2019-11-12T19:08:46.171" v="57" actId="2696"/>
        <pc:sldMkLst>
          <pc:docMk/>
          <pc:sldMk cId="1998450659" sldId="488"/>
        </pc:sldMkLst>
      </pc:sldChg>
      <pc:sldChg chg="del">
        <pc:chgData name="Andreas Drolsum Haraldsrud" userId="acec7d9d-f2e9-46ed-b591-c74056642f7d" providerId="ADAL" clId="{6220D2D1-222D-4381-A56E-54291E8B145D}" dt="2019-11-12T19:08:47.532" v="60" actId="2696"/>
        <pc:sldMkLst>
          <pc:docMk/>
          <pc:sldMk cId="2542777047" sldId="489"/>
        </pc:sldMkLst>
      </pc:sldChg>
      <pc:sldChg chg="del">
        <pc:chgData name="Andreas Drolsum Haraldsrud" userId="acec7d9d-f2e9-46ed-b591-c74056642f7d" providerId="ADAL" clId="{6220D2D1-222D-4381-A56E-54291E8B145D}" dt="2019-11-12T19:08:47.324" v="59" actId="2696"/>
        <pc:sldMkLst>
          <pc:docMk/>
          <pc:sldMk cId="534346217" sldId="490"/>
        </pc:sldMkLst>
      </pc:sldChg>
      <pc:sldChg chg="del">
        <pc:chgData name="Andreas Drolsum Haraldsrud" userId="acec7d9d-f2e9-46ed-b591-c74056642f7d" providerId="ADAL" clId="{6220D2D1-222D-4381-A56E-54291E8B145D}" dt="2019-11-12T19:08:41.888" v="52" actId="2696"/>
        <pc:sldMkLst>
          <pc:docMk/>
          <pc:sldMk cId="374892827" sldId="491"/>
        </pc:sldMkLst>
      </pc:sldChg>
      <pc:sldChg chg="add ord">
        <pc:chgData name="Andreas Drolsum Haraldsrud" userId="acec7d9d-f2e9-46ed-b591-c74056642f7d" providerId="ADAL" clId="{6220D2D1-222D-4381-A56E-54291E8B145D}" dt="2019-11-12T19:10:46.554" v="140"/>
        <pc:sldMkLst>
          <pc:docMk/>
          <pc:sldMk cId="1186529812" sldId="492"/>
        </pc:sldMkLst>
      </pc:sldChg>
      <pc:sldChg chg="del">
        <pc:chgData name="Andreas Drolsum Haraldsrud" userId="acec7d9d-f2e9-46ed-b591-c74056642f7d" providerId="ADAL" clId="{6220D2D1-222D-4381-A56E-54291E8B145D}" dt="2019-11-12T19:08:41.475" v="51" actId="2696"/>
        <pc:sldMkLst>
          <pc:docMk/>
          <pc:sldMk cId="3144567166" sldId="492"/>
        </pc:sldMkLst>
      </pc:sldChg>
      <pc:sldChg chg="del">
        <pc:chgData name="Andreas Drolsum Haraldsrud" userId="acec7d9d-f2e9-46ed-b591-c74056642f7d" providerId="ADAL" clId="{6220D2D1-222D-4381-A56E-54291E8B145D}" dt="2019-11-12T19:08:42.533" v="53" actId="2696"/>
        <pc:sldMkLst>
          <pc:docMk/>
          <pc:sldMk cId="1875691771" sldId="493"/>
        </pc:sldMkLst>
      </pc:sldChg>
      <pc:sldChg chg="add del">
        <pc:chgData name="Andreas Drolsum Haraldsrud" userId="acec7d9d-f2e9-46ed-b591-c74056642f7d" providerId="ADAL" clId="{6220D2D1-222D-4381-A56E-54291E8B145D}" dt="2019-11-12T19:10:35.276" v="134" actId="2696"/>
        <pc:sldMkLst>
          <pc:docMk/>
          <pc:sldMk cId="2432225196" sldId="493"/>
        </pc:sldMkLst>
      </pc:sldChg>
      <pc:sldChg chg="add del">
        <pc:chgData name="Andreas Drolsum Haraldsrud" userId="acec7d9d-f2e9-46ed-b591-c74056642f7d" providerId="ADAL" clId="{6220D2D1-222D-4381-A56E-54291E8B145D}" dt="2019-11-12T19:10:37.764" v="138" actId="2696"/>
        <pc:sldMkLst>
          <pc:docMk/>
          <pc:sldMk cId="424669359" sldId="494"/>
        </pc:sldMkLst>
      </pc:sldChg>
      <pc:sldChg chg="add del">
        <pc:chgData name="Andreas Drolsum Haraldsrud" userId="acec7d9d-f2e9-46ed-b591-c74056642f7d" providerId="ADAL" clId="{6220D2D1-222D-4381-A56E-54291E8B145D}" dt="2019-11-12T19:10:38.529" v="139" actId="2696"/>
        <pc:sldMkLst>
          <pc:docMk/>
          <pc:sldMk cId="587981393" sldId="495"/>
        </pc:sldMkLst>
      </pc:sldChg>
      <pc:sldChg chg="del">
        <pc:chgData name="Andreas Drolsum Haraldsrud" userId="acec7d9d-f2e9-46ed-b591-c74056642f7d" providerId="ADAL" clId="{6220D2D1-222D-4381-A56E-54291E8B145D}" dt="2019-11-12T19:08:43.391" v="54" actId="2696"/>
        <pc:sldMkLst>
          <pc:docMk/>
          <pc:sldMk cId="619753796" sldId="495"/>
        </pc:sldMkLst>
      </pc:sldChg>
      <pc:sldChg chg="del">
        <pc:chgData name="Andreas Drolsum Haraldsrud" userId="acec7d9d-f2e9-46ed-b591-c74056642f7d" providerId="ADAL" clId="{6220D2D1-222D-4381-A56E-54291E8B145D}" dt="2019-11-12T19:08:46.344" v="58" actId="2696"/>
        <pc:sldMkLst>
          <pc:docMk/>
          <pc:sldMk cId="1404823947" sldId="496"/>
        </pc:sldMkLst>
      </pc:sldChg>
      <pc:sldChg chg="add del">
        <pc:chgData name="Andreas Drolsum Haraldsrud" userId="acec7d9d-f2e9-46ed-b591-c74056642f7d" providerId="ADAL" clId="{6220D2D1-222D-4381-A56E-54291E8B145D}" dt="2019-11-12T19:10:35.808" v="135" actId="2696"/>
        <pc:sldMkLst>
          <pc:docMk/>
          <pc:sldMk cId="3569925807" sldId="497"/>
        </pc:sldMkLst>
      </pc:sldChg>
      <pc:sldChg chg="del">
        <pc:chgData name="Andreas Drolsum Haraldsrud" userId="acec7d9d-f2e9-46ed-b591-c74056642f7d" providerId="ADAL" clId="{6220D2D1-222D-4381-A56E-54291E8B145D}" dt="2019-11-12T19:08:49.318" v="62" actId="2696"/>
        <pc:sldMkLst>
          <pc:docMk/>
          <pc:sldMk cId="1631214919" sldId="498"/>
        </pc:sldMkLst>
      </pc:sldChg>
      <pc:sldChg chg="add del">
        <pc:chgData name="Andreas Drolsum Haraldsrud" userId="acec7d9d-f2e9-46ed-b591-c74056642f7d" providerId="ADAL" clId="{6220D2D1-222D-4381-A56E-54291E8B145D}" dt="2019-11-12T19:10:36.921" v="137" actId="2696"/>
        <pc:sldMkLst>
          <pc:docMk/>
          <pc:sldMk cId="3415065312" sldId="498"/>
        </pc:sldMkLst>
      </pc:sldChg>
      <pc:sldChg chg="del">
        <pc:chgData name="Andreas Drolsum Haraldsrud" userId="acec7d9d-f2e9-46ed-b591-c74056642f7d" providerId="ADAL" clId="{6220D2D1-222D-4381-A56E-54291E8B145D}" dt="2019-11-12T19:08:47.689" v="61" actId="2696"/>
        <pc:sldMkLst>
          <pc:docMk/>
          <pc:sldMk cId="1604296011" sldId="499"/>
        </pc:sldMkLst>
      </pc:sldChg>
      <pc:sldChg chg="add del">
        <pc:chgData name="Andreas Drolsum Haraldsrud" userId="acec7d9d-f2e9-46ed-b591-c74056642f7d" providerId="ADAL" clId="{6220D2D1-222D-4381-A56E-54291E8B145D}" dt="2019-11-12T19:10:36.309" v="136" actId="2696"/>
        <pc:sldMkLst>
          <pc:docMk/>
          <pc:sldMk cId="3138885837" sldId="499"/>
        </pc:sldMkLst>
      </pc:sldChg>
      <pc:sldChg chg="modSp add">
        <pc:chgData name="Andreas Drolsum Haraldsrud" userId="acec7d9d-f2e9-46ed-b591-c74056642f7d" providerId="ADAL" clId="{6220D2D1-222D-4381-A56E-54291E8B145D}" dt="2019-11-12T19:09:36.153" v="96" actId="20577"/>
        <pc:sldMkLst>
          <pc:docMk/>
          <pc:sldMk cId="3894777599" sldId="500"/>
        </pc:sldMkLst>
        <pc:spChg chg="mod">
          <ac:chgData name="Andreas Drolsum Haraldsrud" userId="acec7d9d-f2e9-46ed-b591-c74056642f7d" providerId="ADAL" clId="{6220D2D1-222D-4381-A56E-54291E8B145D}" dt="2019-11-12T19:09:36.153" v="96" actId="20577"/>
          <ac:spMkLst>
            <pc:docMk/>
            <pc:sldMk cId="3894777599" sldId="500"/>
            <ac:spMk id="2" creationId="{00000000-0000-0000-0000-000000000000}"/>
          </ac:spMkLst>
        </pc:spChg>
      </pc:sldChg>
      <pc:sldChg chg="add del modNotesTx">
        <pc:chgData name="Andreas Drolsum Haraldsrud" userId="acec7d9d-f2e9-46ed-b591-c74056642f7d" providerId="ADAL" clId="{6220D2D1-222D-4381-A56E-54291E8B145D}" dt="2019-11-12T19:09:43.121" v="97" actId="2696"/>
        <pc:sldMkLst>
          <pc:docMk/>
          <pc:sldMk cId="2947174732" sldId="501"/>
        </pc:sldMkLst>
      </pc:sldChg>
      <pc:sldChg chg="add del">
        <pc:chgData name="Andreas Drolsum Haraldsrud" userId="acec7d9d-f2e9-46ed-b591-c74056642f7d" providerId="ADAL" clId="{6220D2D1-222D-4381-A56E-54291E8B145D}" dt="2019-11-12T19:09:43.619" v="98" actId="2696"/>
        <pc:sldMkLst>
          <pc:docMk/>
          <pc:sldMk cId="1314629912" sldId="502"/>
        </pc:sldMkLst>
      </pc:sldChg>
      <pc:sldChg chg="add del">
        <pc:chgData name="Andreas Drolsum Haraldsrud" userId="acec7d9d-f2e9-46ed-b591-c74056642f7d" providerId="ADAL" clId="{6220D2D1-222D-4381-A56E-54291E8B145D}" dt="2019-11-12T19:09:44.260" v="99" actId="2696"/>
        <pc:sldMkLst>
          <pc:docMk/>
          <pc:sldMk cId="1126164797" sldId="503"/>
        </pc:sldMkLst>
      </pc:sldChg>
      <pc:sldChg chg="add modNotesTx">
        <pc:chgData name="Andreas Drolsum Haraldsrud" userId="acec7d9d-f2e9-46ed-b591-c74056642f7d" providerId="ADAL" clId="{6220D2D1-222D-4381-A56E-54291E8B145D}" dt="2019-11-12T19:10:02.871" v="133" actId="20577"/>
        <pc:sldMkLst>
          <pc:docMk/>
          <pc:sldMk cId="1568569729" sldId="504"/>
        </pc:sldMkLst>
      </pc:sldChg>
      <pc:sldChg chg="add">
        <pc:chgData name="Andreas Drolsum Haraldsrud" userId="acec7d9d-f2e9-46ed-b591-c74056642f7d" providerId="ADAL" clId="{6220D2D1-222D-4381-A56E-54291E8B145D}" dt="2019-11-12T19:09:15.542" v="64"/>
        <pc:sldMkLst>
          <pc:docMk/>
          <pc:sldMk cId="663210746" sldId="505"/>
        </pc:sldMkLst>
      </pc:sldChg>
      <pc:sldChg chg="add del">
        <pc:chgData name="Andreas Drolsum Haraldsrud" userId="acec7d9d-f2e9-46ed-b591-c74056642f7d" providerId="ADAL" clId="{6220D2D1-222D-4381-A56E-54291E8B145D}" dt="2019-11-12T19:08:36.552" v="48" actId="2696"/>
        <pc:sldMkLst>
          <pc:docMk/>
          <pc:sldMk cId="2346425327" sldId="505"/>
        </pc:sldMkLst>
      </pc:sldChg>
      <pc:sldChg chg="add del">
        <pc:chgData name="Andreas Drolsum Haraldsrud" userId="acec7d9d-f2e9-46ed-b591-c74056642f7d" providerId="ADAL" clId="{6220D2D1-222D-4381-A56E-54291E8B145D}" dt="2019-11-12T19:08:37.854" v="49" actId="2696"/>
        <pc:sldMkLst>
          <pc:docMk/>
          <pc:sldMk cId="1419479392" sldId="506"/>
        </pc:sldMkLst>
      </pc:sldChg>
      <pc:sldChg chg="add modNotesTx">
        <pc:chgData name="Andreas Drolsum Haraldsrud" userId="acec7d9d-f2e9-46ed-b591-c74056642f7d" providerId="ADAL" clId="{6220D2D1-222D-4381-A56E-54291E8B145D}" dt="2019-11-12T19:11:23.030" v="151" actId="20577"/>
        <pc:sldMkLst>
          <pc:docMk/>
          <pc:sldMk cId="3833749385" sldId="507"/>
        </pc:sldMkLst>
      </pc:sldChg>
      <pc:sldChg chg="add">
        <pc:chgData name="Andreas Drolsum Haraldsrud" userId="acec7d9d-f2e9-46ed-b591-c74056642f7d" providerId="ADAL" clId="{6220D2D1-222D-4381-A56E-54291E8B145D}" dt="2019-11-12T19:09:15.542" v="64"/>
        <pc:sldMkLst>
          <pc:docMk/>
          <pc:sldMk cId="1065568137" sldId="508"/>
        </pc:sldMkLst>
      </pc:sldChg>
      <pc:sldChg chg="add">
        <pc:chgData name="Andreas Drolsum Haraldsrud" userId="acec7d9d-f2e9-46ed-b591-c74056642f7d" providerId="ADAL" clId="{6220D2D1-222D-4381-A56E-54291E8B145D}" dt="2019-11-12T19:09:15.542" v="64"/>
        <pc:sldMkLst>
          <pc:docMk/>
          <pc:sldMk cId="3119070501" sldId="509"/>
        </pc:sldMkLst>
      </pc:sldChg>
      <pc:sldChg chg="add">
        <pc:chgData name="Andreas Drolsum Haraldsrud" userId="acec7d9d-f2e9-46ed-b591-c74056642f7d" providerId="ADAL" clId="{6220D2D1-222D-4381-A56E-54291E8B145D}" dt="2019-11-12T19:09:15.542" v="64"/>
        <pc:sldMkLst>
          <pc:docMk/>
          <pc:sldMk cId="1332841006" sldId="510"/>
        </pc:sldMkLst>
      </pc:sldChg>
      <pc:sldChg chg="add">
        <pc:chgData name="Andreas Drolsum Haraldsrud" userId="acec7d9d-f2e9-46ed-b591-c74056642f7d" providerId="ADAL" clId="{6220D2D1-222D-4381-A56E-54291E8B145D}" dt="2019-11-12T19:09:15.542" v="64"/>
        <pc:sldMkLst>
          <pc:docMk/>
          <pc:sldMk cId="4125662363" sldId="511"/>
        </pc:sldMkLst>
      </pc:sldChg>
      <pc:sldChg chg="add">
        <pc:chgData name="Andreas Drolsum Haraldsrud" userId="acec7d9d-f2e9-46ed-b591-c74056642f7d" providerId="ADAL" clId="{6220D2D1-222D-4381-A56E-54291E8B145D}" dt="2019-11-12T19:09:15.542" v="64"/>
        <pc:sldMkLst>
          <pc:docMk/>
          <pc:sldMk cId="3797716222" sldId="512"/>
        </pc:sldMkLst>
      </pc:sldChg>
      <pc:sldChg chg="add">
        <pc:chgData name="Andreas Drolsum Haraldsrud" userId="acec7d9d-f2e9-46ed-b591-c74056642f7d" providerId="ADAL" clId="{6220D2D1-222D-4381-A56E-54291E8B145D}" dt="2019-11-12T19:09:15.542" v="64"/>
        <pc:sldMkLst>
          <pc:docMk/>
          <pc:sldMk cId="3984930497" sldId="513"/>
        </pc:sldMkLst>
      </pc:sldChg>
      <pc:sldChg chg="modSp add">
        <pc:chgData name="Andreas Drolsum Haraldsrud" userId="acec7d9d-f2e9-46ed-b591-c74056642f7d" providerId="ADAL" clId="{6220D2D1-222D-4381-A56E-54291E8B145D}" dt="2019-11-12T19:18:16.219" v="463" actId="20577"/>
        <pc:sldMkLst>
          <pc:docMk/>
          <pc:sldMk cId="3330366134" sldId="514"/>
        </pc:sldMkLst>
        <pc:spChg chg="mod">
          <ac:chgData name="Andreas Drolsum Haraldsrud" userId="acec7d9d-f2e9-46ed-b591-c74056642f7d" providerId="ADAL" clId="{6220D2D1-222D-4381-A56E-54291E8B145D}" dt="2019-11-12T19:18:16.219" v="463" actId="20577"/>
          <ac:spMkLst>
            <pc:docMk/>
            <pc:sldMk cId="3330366134" sldId="514"/>
            <ac:spMk id="2" creationId="{655EDA2C-B27F-4BF8-945F-534EC86B39CA}"/>
          </ac:spMkLst>
        </pc:spChg>
      </pc:sldChg>
      <pc:sldChg chg="modSp add">
        <pc:chgData name="Andreas Drolsum Haraldsrud" userId="acec7d9d-f2e9-46ed-b591-c74056642f7d" providerId="ADAL" clId="{6220D2D1-222D-4381-A56E-54291E8B145D}" dt="2019-11-12T19:37:13.606" v="691" actId="20577"/>
        <pc:sldMkLst>
          <pc:docMk/>
          <pc:sldMk cId="74689131" sldId="515"/>
        </pc:sldMkLst>
        <pc:spChg chg="mod">
          <ac:chgData name="Andreas Drolsum Haraldsrud" userId="acec7d9d-f2e9-46ed-b591-c74056642f7d" providerId="ADAL" clId="{6220D2D1-222D-4381-A56E-54291E8B145D}" dt="2019-11-12T19:12:04.495" v="176" actId="20577"/>
          <ac:spMkLst>
            <pc:docMk/>
            <pc:sldMk cId="74689131" sldId="515"/>
            <ac:spMk id="2" creationId="{2E311934-EAB3-4343-982D-D01F53CF01F6}"/>
          </ac:spMkLst>
        </pc:spChg>
        <pc:spChg chg="mod">
          <ac:chgData name="Andreas Drolsum Haraldsrud" userId="acec7d9d-f2e9-46ed-b591-c74056642f7d" providerId="ADAL" clId="{6220D2D1-222D-4381-A56E-54291E8B145D}" dt="2019-11-12T19:37:13.606" v="691" actId="20577"/>
          <ac:spMkLst>
            <pc:docMk/>
            <pc:sldMk cId="74689131" sldId="515"/>
            <ac:spMk id="3" creationId="{F9CBFB2D-15D7-4743-822A-F5D5CD1AE66C}"/>
          </ac:spMkLst>
        </pc:spChg>
      </pc:sldChg>
      <pc:sldChg chg="add del">
        <pc:chgData name="Andreas Drolsum Haraldsrud" userId="acec7d9d-f2e9-46ed-b591-c74056642f7d" providerId="ADAL" clId="{6220D2D1-222D-4381-A56E-54291E8B145D}" dt="2019-11-12T19:10:51.163" v="141" actId="2696"/>
        <pc:sldMkLst>
          <pc:docMk/>
          <pc:sldMk cId="2318802738" sldId="515"/>
        </pc:sldMkLst>
      </pc:sldChg>
      <pc:sldChg chg="modSp add del">
        <pc:chgData name="Andreas Drolsum Haraldsrud" userId="acec7d9d-f2e9-46ed-b591-c74056642f7d" providerId="ADAL" clId="{6220D2D1-222D-4381-A56E-54291E8B145D}" dt="2019-11-12T19:31:14.373" v="471" actId="2696"/>
        <pc:sldMkLst>
          <pc:docMk/>
          <pc:sldMk cId="1920027523" sldId="516"/>
        </pc:sldMkLst>
        <pc:spChg chg="mod">
          <ac:chgData name="Andreas Drolsum Haraldsrud" userId="acec7d9d-f2e9-46ed-b591-c74056642f7d" providerId="ADAL" clId="{6220D2D1-222D-4381-A56E-54291E8B145D}" dt="2019-11-12T19:14:23.988" v="346" actId="20577"/>
          <ac:spMkLst>
            <pc:docMk/>
            <pc:sldMk cId="1920027523" sldId="516"/>
            <ac:spMk id="2" creationId="{4D34A14B-9A62-4BBE-BDFF-5F24FAEBBA4B}"/>
          </ac:spMkLst>
        </pc:spChg>
      </pc:sldChg>
      <pc:sldChg chg="modSp add">
        <pc:chgData name="Andreas Drolsum Haraldsrud" userId="acec7d9d-f2e9-46ed-b591-c74056642f7d" providerId="ADAL" clId="{6220D2D1-222D-4381-A56E-54291E8B145D}" dt="2019-11-12T19:14:43.739" v="413" actId="20577"/>
        <pc:sldMkLst>
          <pc:docMk/>
          <pc:sldMk cId="3011557122" sldId="517"/>
        </pc:sldMkLst>
        <pc:spChg chg="mod">
          <ac:chgData name="Andreas Drolsum Haraldsrud" userId="acec7d9d-f2e9-46ed-b591-c74056642f7d" providerId="ADAL" clId="{6220D2D1-222D-4381-A56E-54291E8B145D}" dt="2019-11-12T19:14:43.739" v="413" actId="20577"/>
          <ac:spMkLst>
            <pc:docMk/>
            <pc:sldMk cId="3011557122" sldId="517"/>
            <ac:spMk id="2" creationId="{2402DDF5-DB00-4A95-90E8-AEEC8DC29CEF}"/>
          </ac:spMkLst>
        </pc:spChg>
      </pc:sldChg>
      <pc:sldChg chg="addSp delSp modSp add">
        <pc:chgData name="Andreas Drolsum Haraldsrud" userId="acec7d9d-f2e9-46ed-b591-c74056642f7d" providerId="ADAL" clId="{6220D2D1-222D-4381-A56E-54291E8B145D}" dt="2019-11-12T19:30:44.796" v="470" actId="1076"/>
        <pc:sldMkLst>
          <pc:docMk/>
          <pc:sldMk cId="3520080316" sldId="518"/>
        </pc:sldMkLst>
        <pc:spChg chg="mod">
          <ac:chgData name="Andreas Drolsum Haraldsrud" userId="acec7d9d-f2e9-46ed-b591-c74056642f7d" providerId="ADAL" clId="{6220D2D1-222D-4381-A56E-54291E8B145D}" dt="2019-11-12T19:18:01.899" v="441" actId="20577"/>
          <ac:spMkLst>
            <pc:docMk/>
            <pc:sldMk cId="3520080316" sldId="518"/>
            <ac:spMk id="2" creationId="{1ECAE05C-FD6D-4985-B797-7583246A55F8}"/>
          </ac:spMkLst>
        </pc:spChg>
        <pc:spChg chg="del">
          <ac:chgData name="Andreas Drolsum Haraldsrud" userId="acec7d9d-f2e9-46ed-b591-c74056642f7d" providerId="ADAL" clId="{6220D2D1-222D-4381-A56E-54291E8B145D}" dt="2019-11-12T19:30:09.277" v="464"/>
          <ac:spMkLst>
            <pc:docMk/>
            <pc:sldMk cId="3520080316" sldId="518"/>
            <ac:spMk id="3" creationId="{02D4DCBD-16DE-44A0-B23F-5EC95365CEB8}"/>
          </ac:spMkLst>
        </pc:spChg>
        <pc:picChg chg="add mod">
          <ac:chgData name="Andreas Drolsum Haraldsrud" userId="acec7d9d-f2e9-46ed-b591-c74056642f7d" providerId="ADAL" clId="{6220D2D1-222D-4381-A56E-54291E8B145D}" dt="2019-11-12T19:30:44.796" v="470" actId="1076"/>
          <ac:picMkLst>
            <pc:docMk/>
            <pc:sldMk cId="3520080316" sldId="518"/>
            <ac:picMk id="5" creationId="{C15592F7-BE50-48F3-99CF-64C6B9378098}"/>
          </ac:picMkLst>
        </pc:picChg>
        <pc:picChg chg="add mod">
          <ac:chgData name="Andreas Drolsum Haraldsrud" userId="acec7d9d-f2e9-46ed-b591-c74056642f7d" providerId="ADAL" clId="{6220D2D1-222D-4381-A56E-54291E8B145D}" dt="2019-11-12T19:30:42.809" v="469" actId="1076"/>
          <ac:picMkLst>
            <pc:docMk/>
            <pc:sldMk cId="3520080316" sldId="518"/>
            <ac:picMk id="7" creationId="{B797E500-FBE3-4A5C-B30F-E6EE9FA0DED7}"/>
          </ac:picMkLst>
        </pc:picChg>
      </pc:sldChg>
      <pc:sldMasterChg chg="delSldLayout">
        <pc:chgData name="Andreas Drolsum Haraldsrud" userId="acec7d9d-f2e9-46ed-b591-c74056642f7d" providerId="ADAL" clId="{6220D2D1-222D-4381-A56E-54291E8B145D}" dt="2019-11-12T19:08:49.320" v="63" actId="2696"/>
        <pc:sldMasterMkLst>
          <pc:docMk/>
          <pc:sldMasterMk cId="1643857197" sldId="2147483648"/>
        </pc:sldMasterMkLst>
        <pc:sldLayoutChg chg="del">
          <pc:chgData name="Andreas Drolsum Haraldsrud" userId="acec7d9d-f2e9-46ed-b591-c74056642f7d" providerId="ADAL" clId="{6220D2D1-222D-4381-A56E-54291E8B145D}" dt="2019-11-12T19:08:49.320" v="63" actId="2696"/>
          <pc:sldLayoutMkLst>
            <pc:docMk/>
            <pc:sldMasterMk cId="1643857197" sldId="2147483648"/>
            <pc:sldLayoutMk cId="2522591409" sldId="214748366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2E11E-DD55-426B-A804-C32C017D4A7D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770D51-E5E3-4F46-A55E-33F7213B258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0695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CC55C-3B27-C844-A69E-D1E7A444D8D0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667E2-D675-374F-8B11-7B4396754B1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14237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baseline="0" dirty="0"/>
              <a:t>Livekode: Solflekker.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6667E2-D675-374F-8B11-7B4396754B15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19477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Livekoding av regresjon.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667E2-D675-374F-8B11-7B4396754B15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80918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667E2-D675-374F-8B11-7B4396754B15}" type="slidenum">
              <a:rPr lang="nb-NO" smtClean="0"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423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e 15">
            <a:extLst>
              <a:ext uri="{FF2B5EF4-FFF2-40B4-BE49-F238E27FC236}">
                <a16:creationId xmlns:a16="http://schemas.microsoft.com/office/drawing/2014/main" id="{9A03E78E-A3A3-4B18-96BB-369B77EDA8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61" y="1121728"/>
            <a:ext cx="9137078" cy="4023359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143000" y="1676405"/>
            <a:ext cx="6858000" cy="98736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l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143000" y="2687124"/>
            <a:ext cx="6858000" cy="589476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chemeClr val="l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071B160B-9A00-4EFC-AFE8-9655D5BA23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90" y="3924491"/>
            <a:ext cx="1631950" cy="38399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000" i="1"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AD0B27C-B238-4423-8677-A476C443572C}"/>
              </a:ext>
            </a:extLst>
          </p:cNvPr>
          <p:cNvSpPr>
            <a:spLocks noChangeAspect="1"/>
          </p:cNvSpPr>
          <p:nvPr userDrawn="1"/>
        </p:nvSpPr>
        <p:spPr>
          <a:xfrm>
            <a:off x="450056" y="3888486"/>
            <a:ext cx="162000" cy="16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lt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64D657-7885-4533-95E9-07977EB1E5F6}"/>
              </a:ext>
            </a:extLst>
          </p:cNvPr>
          <p:cNvSpPr>
            <a:spLocks noChangeAspect="1"/>
          </p:cNvSpPr>
          <p:nvPr userDrawn="1"/>
        </p:nvSpPr>
        <p:spPr>
          <a:xfrm>
            <a:off x="450056" y="4086226"/>
            <a:ext cx="162000" cy="16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lt1"/>
              </a:solidFill>
            </a:endParaRP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BD367748-7BE7-44EC-81BA-3B5C2C15E7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4097" y="360045"/>
            <a:ext cx="425197" cy="425197"/>
          </a:xfrm>
          <a:prstGeom prst="rect">
            <a:avLst/>
          </a:prstGeom>
        </p:spPr>
      </p:pic>
      <p:sp>
        <p:nvSpPr>
          <p:cNvPr id="15" name="TekstSylinder 14">
            <a:extLst>
              <a:ext uri="{FF2B5EF4-FFF2-40B4-BE49-F238E27FC236}">
                <a16:creationId xmlns:a16="http://schemas.microsoft.com/office/drawing/2014/main" id="{71A4B4FE-9DF4-4F75-9702-F81B6EE27EDE}"/>
              </a:ext>
            </a:extLst>
          </p:cNvPr>
          <p:cNvSpPr txBox="1"/>
          <p:nvPr userDrawn="1"/>
        </p:nvSpPr>
        <p:spPr>
          <a:xfrm>
            <a:off x="1706837" y="424417"/>
            <a:ext cx="411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Det matematisk-naturvitenskapelige fakultet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DBF8729D-EC26-46E0-A463-FFB60D8A4A7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312070" y="512362"/>
            <a:ext cx="439200" cy="136098"/>
            <a:chOff x="699" y="-168"/>
            <a:chExt cx="810" cy="251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2E83AD0-CDBE-4F26-A2BE-5B57E7C52D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164"/>
              <a:ext cx="109" cy="111"/>
            </a:xfrm>
            <a:custGeom>
              <a:avLst/>
              <a:gdLst>
                <a:gd name="T0" fmla="*/ 52 w 53"/>
                <a:gd name="T1" fmla="*/ 2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52 w 53"/>
                <a:gd name="T11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0"/>
                  </a:moveTo>
                  <a:cubicBezTo>
                    <a:pt x="53" y="22"/>
                    <a:pt x="53" y="24"/>
                    <a:pt x="53" y="26"/>
                  </a:cubicBez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9" y="0"/>
                    <a:pt x="50" y="8"/>
                    <a:pt x="52" y="20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A466584F-AD67-4585-ACAD-663074782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30"/>
              <a:ext cx="109" cy="111"/>
            </a:xfrm>
            <a:custGeom>
              <a:avLst/>
              <a:gdLst>
                <a:gd name="T0" fmla="*/ 52 w 53"/>
                <a:gd name="T1" fmla="*/ 21 h 53"/>
                <a:gd name="T2" fmla="*/ 53 w 53"/>
                <a:gd name="T3" fmla="*/ 27 h 53"/>
                <a:gd name="T4" fmla="*/ 26 w 53"/>
                <a:gd name="T5" fmla="*/ 53 h 53"/>
                <a:gd name="T6" fmla="*/ 0 w 53"/>
                <a:gd name="T7" fmla="*/ 27 h 53"/>
                <a:gd name="T8" fmla="*/ 26 w 53"/>
                <a:gd name="T9" fmla="*/ 0 h 53"/>
                <a:gd name="T10" fmla="*/ 52 w 53"/>
                <a:gd name="T1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1"/>
                  </a:moveTo>
                  <a:cubicBezTo>
                    <a:pt x="53" y="23"/>
                    <a:pt x="53" y="25"/>
                    <a:pt x="53" y="27"/>
                  </a:cubicBezTo>
                  <a:cubicBezTo>
                    <a:pt x="53" y="42"/>
                    <a:pt x="41" y="53"/>
                    <a:pt x="26" y="53"/>
                  </a:cubicBezTo>
                  <a:cubicBezTo>
                    <a:pt x="12" y="53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39" y="0"/>
                    <a:pt x="50" y="9"/>
                    <a:pt x="52" y="21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37D1EBF0-5C4C-4CD1-B463-32F29047BE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" y="-164"/>
              <a:ext cx="243" cy="247"/>
            </a:xfrm>
            <a:custGeom>
              <a:avLst/>
              <a:gdLst>
                <a:gd name="T0" fmla="*/ 105 w 118"/>
                <a:gd name="T1" fmla="*/ 75 h 118"/>
                <a:gd name="T2" fmla="*/ 102 w 118"/>
                <a:gd name="T3" fmla="*/ 95 h 118"/>
                <a:gd name="T4" fmla="*/ 93 w 118"/>
                <a:gd name="T5" fmla="*/ 108 h 118"/>
                <a:gd name="T6" fmla="*/ 79 w 118"/>
                <a:gd name="T7" fmla="*/ 115 h 118"/>
                <a:gd name="T8" fmla="*/ 59 w 118"/>
                <a:gd name="T9" fmla="*/ 118 h 118"/>
                <a:gd name="T10" fmla="*/ 40 w 118"/>
                <a:gd name="T11" fmla="*/ 115 h 118"/>
                <a:gd name="T12" fmla="*/ 26 w 118"/>
                <a:gd name="T13" fmla="*/ 108 h 118"/>
                <a:gd name="T14" fmla="*/ 17 w 118"/>
                <a:gd name="T15" fmla="*/ 95 h 118"/>
                <a:gd name="T16" fmla="*/ 13 w 118"/>
                <a:gd name="T17" fmla="*/ 76 h 118"/>
                <a:gd name="T18" fmla="*/ 13 w 118"/>
                <a:gd name="T19" fmla="*/ 8 h 118"/>
                <a:gd name="T20" fmla="*/ 0 w 118"/>
                <a:gd name="T21" fmla="*/ 5 h 118"/>
                <a:gd name="T22" fmla="*/ 0 w 118"/>
                <a:gd name="T23" fmla="*/ 0 h 118"/>
                <a:gd name="T24" fmla="*/ 41 w 118"/>
                <a:gd name="T25" fmla="*/ 0 h 118"/>
                <a:gd name="T26" fmla="*/ 41 w 118"/>
                <a:gd name="T27" fmla="*/ 5 h 118"/>
                <a:gd name="T28" fmla="*/ 28 w 118"/>
                <a:gd name="T29" fmla="*/ 8 h 118"/>
                <a:gd name="T30" fmla="*/ 28 w 118"/>
                <a:gd name="T31" fmla="*/ 81 h 118"/>
                <a:gd name="T32" fmla="*/ 36 w 118"/>
                <a:gd name="T33" fmla="*/ 103 h 118"/>
                <a:gd name="T34" fmla="*/ 62 w 118"/>
                <a:gd name="T35" fmla="*/ 111 h 118"/>
                <a:gd name="T36" fmla="*/ 87 w 118"/>
                <a:gd name="T37" fmla="*/ 103 h 118"/>
                <a:gd name="T38" fmla="*/ 95 w 118"/>
                <a:gd name="T39" fmla="*/ 77 h 118"/>
                <a:gd name="T40" fmla="*/ 95 w 118"/>
                <a:gd name="T41" fmla="*/ 8 h 118"/>
                <a:gd name="T42" fmla="*/ 82 w 118"/>
                <a:gd name="T43" fmla="*/ 5 h 118"/>
                <a:gd name="T44" fmla="*/ 82 w 118"/>
                <a:gd name="T45" fmla="*/ 0 h 118"/>
                <a:gd name="T46" fmla="*/ 118 w 118"/>
                <a:gd name="T47" fmla="*/ 0 h 118"/>
                <a:gd name="T48" fmla="*/ 118 w 118"/>
                <a:gd name="T49" fmla="*/ 5 h 118"/>
                <a:gd name="T50" fmla="*/ 105 w 118"/>
                <a:gd name="T51" fmla="*/ 8 h 118"/>
                <a:gd name="T52" fmla="*/ 105 w 118"/>
                <a:gd name="T53" fmla="*/ 7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8" h="118">
                  <a:moveTo>
                    <a:pt x="105" y="75"/>
                  </a:moveTo>
                  <a:cubicBezTo>
                    <a:pt x="105" y="82"/>
                    <a:pt x="104" y="89"/>
                    <a:pt x="102" y="95"/>
                  </a:cubicBezTo>
                  <a:cubicBezTo>
                    <a:pt x="100" y="100"/>
                    <a:pt x="97" y="105"/>
                    <a:pt x="93" y="108"/>
                  </a:cubicBezTo>
                  <a:cubicBezTo>
                    <a:pt x="90" y="111"/>
                    <a:pt x="85" y="114"/>
                    <a:pt x="79" y="115"/>
                  </a:cubicBezTo>
                  <a:cubicBezTo>
                    <a:pt x="73" y="117"/>
                    <a:pt x="66" y="118"/>
                    <a:pt x="59" y="118"/>
                  </a:cubicBezTo>
                  <a:cubicBezTo>
                    <a:pt x="52" y="118"/>
                    <a:pt x="46" y="117"/>
                    <a:pt x="40" y="115"/>
                  </a:cubicBezTo>
                  <a:cubicBezTo>
                    <a:pt x="35" y="114"/>
                    <a:pt x="30" y="112"/>
                    <a:pt x="26" y="108"/>
                  </a:cubicBezTo>
                  <a:cubicBezTo>
                    <a:pt x="22" y="105"/>
                    <a:pt x="19" y="101"/>
                    <a:pt x="17" y="95"/>
                  </a:cubicBezTo>
                  <a:cubicBezTo>
                    <a:pt x="14" y="90"/>
                    <a:pt x="13" y="84"/>
                    <a:pt x="13" y="76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91"/>
                    <a:pt x="31" y="98"/>
                    <a:pt x="36" y="103"/>
                  </a:cubicBezTo>
                  <a:cubicBezTo>
                    <a:pt x="42" y="108"/>
                    <a:pt x="51" y="111"/>
                    <a:pt x="62" y="111"/>
                  </a:cubicBezTo>
                  <a:cubicBezTo>
                    <a:pt x="73" y="111"/>
                    <a:pt x="82" y="108"/>
                    <a:pt x="87" y="103"/>
                  </a:cubicBezTo>
                  <a:cubicBezTo>
                    <a:pt x="92" y="97"/>
                    <a:pt x="95" y="89"/>
                    <a:pt x="95" y="77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5"/>
                    <a:pt x="118" y="5"/>
                    <a:pt x="118" y="5"/>
                  </a:cubicBezTo>
                  <a:cubicBezTo>
                    <a:pt x="105" y="8"/>
                    <a:pt x="105" y="8"/>
                    <a:pt x="105" y="8"/>
                  </a:cubicBezTo>
                  <a:lnTo>
                    <a:pt x="105" y="7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58A0F797-8B20-460D-9AF2-ED6C18AE2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4" y="-99"/>
              <a:ext cx="80" cy="178"/>
            </a:xfrm>
            <a:custGeom>
              <a:avLst/>
              <a:gdLst>
                <a:gd name="T0" fmla="*/ 52 w 80"/>
                <a:gd name="T1" fmla="*/ 29 h 178"/>
                <a:gd name="T2" fmla="*/ 52 w 80"/>
                <a:gd name="T3" fmla="*/ 161 h 178"/>
                <a:gd name="T4" fmla="*/ 80 w 80"/>
                <a:gd name="T5" fmla="*/ 167 h 178"/>
                <a:gd name="T6" fmla="*/ 80 w 80"/>
                <a:gd name="T7" fmla="*/ 178 h 178"/>
                <a:gd name="T8" fmla="*/ 0 w 80"/>
                <a:gd name="T9" fmla="*/ 178 h 178"/>
                <a:gd name="T10" fmla="*/ 0 w 80"/>
                <a:gd name="T11" fmla="*/ 167 h 178"/>
                <a:gd name="T12" fmla="*/ 27 w 80"/>
                <a:gd name="T13" fmla="*/ 161 h 178"/>
                <a:gd name="T14" fmla="*/ 27 w 80"/>
                <a:gd name="T15" fmla="*/ 25 h 178"/>
                <a:gd name="T16" fmla="*/ 0 w 80"/>
                <a:gd name="T17" fmla="*/ 15 h 178"/>
                <a:gd name="T18" fmla="*/ 0 w 80"/>
                <a:gd name="T19" fmla="*/ 11 h 178"/>
                <a:gd name="T20" fmla="*/ 52 w 80"/>
                <a:gd name="T21" fmla="*/ 0 h 178"/>
                <a:gd name="T22" fmla="*/ 54 w 80"/>
                <a:gd name="T23" fmla="*/ 2 h 178"/>
                <a:gd name="T24" fmla="*/ 52 w 80"/>
                <a:gd name="T25" fmla="*/ 29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178">
                  <a:moveTo>
                    <a:pt x="52" y="29"/>
                  </a:moveTo>
                  <a:lnTo>
                    <a:pt x="52" y="161"/>
                  </a:lnTo>
                  <a:lnTo>
                    <a:pt x="80" y="167"/>
                  </a:lnTo>
                  <a:lnTo>
                    <a:pt x="80" y="178"/>
                  </a:lnTo>
                  <a:lnTo>
                    <a:pt x="0" y="178"/>
                  </a:lnTo>
                  <a:lnTo>
                    <a:pt x="0" y="167"/>
                  </a:lnTo>
                  <a:lnTo>
                    <a:pt x="27" y="161"/>
                  </a:lnTo>
                  <a:lnTo>
                    <a:pt x="27" y="25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52" y="0"/>
                  </a:lnTo>
                  <a:lnTo>
                    <a:pt x="54" y="2"/>
                  </a:lnTo>
                  <a:lnTo>
                    <a:pt x="52" y="2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CC79193-2924-4E4D-90DA-E7B8FF8B1A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5" y="-168"/>
              <a:ext cx="222" cy="251"/>
            </a:xfrm>
            <a:custGeom>
              <a:avLst/>
              <a:gdLst>
                <a:gd name="T0" fmla="*/ 94 w 108"/>
                <a:gd name="T1" fmla="*/ 104 h 120"/>
                <a:gd name="T2" fmla="*/ 53 w 108"/>
                <a:gd name="T3" fmla="*/ 120 h 120"/>
                <a:gd name="T4" fmla="*/ 14 w 108"/>
                <a:gd name="T5" fmla="*/ 105 h 120"/>
                <a:gd name="T6" fmla="*/ 0 w 108"/>
                <a:gd name="T7" fmla="*/ 61 h 120"/>
                <a:gd name="T8" fmla="*/ 4 w 108"/>
                <a:gd name="T9" fmla="*/ 35 h 120"/>
                <a:gd name="T10" fmla="*/ 15 w 108"/>
                <a:gd name="T11" fmla="*/ 16 h 120"/>
                <a:gd name="T12" fmla="*/ 32 w 108"/>
                <a:gd name="T13" fmla="*/ 4 h 120"/>
                <a:gd name="T14" fmla="*/ 54 w 108"/>
                <a:gd name="T15" fmla="*/ 0 h 120"/>
                <a:gd name="T16" fmla="*/ 77 w 108"/>
                <a:gd name="T17" fmla="*/ 4 h 120"/>
                <a:gd name="T18" fmla="*/ 94 w 108"/>
                <a:gd name="T19" fmla="*/ 16 h 120"/>
                <a:gd name="T20" fmla="*/ 104 w 108"/>
                <a:gd name="T21" fmla="*/ 34 h 120"/>
                <a:gd name="T22" fmla="*/ 108 w 108"/>
                <a:gd name="T23" fmla="*/ 60 h 120"/>
                <a:gd name="T24" fmla="*/ 94 w 108"/>
                <a:gd name="T25" fmla="*/ 104 h 120"/>
                <a:gd name="T26" fmla="*/ 82 w 108"/>
                <a:gd name="T27" fmla="*/ 20 h 120"/>
                <a:gd name="T28" fmla="*/ 54 w 108"/>
                <a:gd name="T29" fmla="*/ 7 h 120"/>
                <a:gd name="T30" fmla="*/ 26 w 108"/>
                <a:gd name="T31" fmla="*/ 20 h 120"/>
                <a:gd name="T32" fmla="*/ 16 w 108"/>
                <a:gd name="T33" fmla="*/ 60 h 120"/>
                <a:gd name="T34" fmla="*/ 26 w 108"/>
                <a:gd name="T35" fmla="*/ 100 h 120"/>
                <a:gd name="T36" fmla="*/ 54 w 108"/>
                <a:gd name="T37" fmla="*/ 113 h 120"/>
                <a:gd name="T38" fmla="*/ 82 w 108"/>
                <a:gd name="T39" fmla="*/ 100 h 120"/>
                <a:gd name="T40" fmla="*/ 92 w 108"/>
                <a:gd name="T41" fmla="*/ 61 h 120"/>
                <a:gd name="T42" fmla="*/ 82 w 108"/>
                <a:gd name="T43" fmla="*/ 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8" h="120">
                  <a:moveTo>
                    <a:pt x="94" y="104"/>
                  </a:moveTo>
                  <a:cubicBezTo>
                    <a:pt x="84" y="115"/>
                    <a:pt x="71" y="120"/>
                    <a:pt x="53" y="120"/>
                  </a:cubicBezTo>
                  <a:cubicBezTo>
                    <a:pt x="36" y="120"/>
                    <a:pt x="23" y="115"/>
                    <a:pt x="14" y="105"/>
                  </a:cubicBezTo>
                  <a:cubicBezTo>
                    <a:pt x="5" y="95"/>
                    <a:pt x="0" y="80"/>
                    <a:pt x="0" y="61"/>
                  </a:cubicBezTo>
                  <a:cubicBezTo>
                    <a:pt x="0" y="51"/>
                    <a:pt x="1" y="42"/>
                    <a:pt x="4" y="35"/>
                  </a:cubicBezTo>
                  <a:cubicBezTo>
                    <a:pt x="6" y="27"/>
                    <a:pt x="10" y="21"/>
                    <a:pt x="15" y="16"/>
                  </a:cubicBezTo>
                  <a:cubicBezTo>
                    <a:pt x="19" y="11"/>
                    <a:pt x="25" y="7"/>
                    <a:pt x="32" y="4"/>
                  </a:cubicBezTo>
                  <a:cubicBezTo>
                    <a:pt x="39" y="2"/>
                    <a:pt x="46" y="0"/>
                    <a:pt x="54" y="0"/>
                  </a:cubicBezTo>
                  <a:cubicBezTo>
                    <a:pt x="63" y="0"/>
                    <a:pt x="70" y="2"/>
                    <a:pt x="77" y="4"/>
                  </a:cubicBezTo>
                  <a:cubicBezTo>
                    <a:pt x="84" y="7"/>
                    <a:pt x="89" y="11"/>
                    <a:pt x="94" y="16"/>
                  </a:cubicBezTo>
                  <a:cubicBezTo>
                    <a:pt x="98" y="21"/>
                    <a:pt x="102" y="27"/>
                    <a:pt x="104" y="34"/>
                  </a:cubicBezTo>
                  <a:cubicBezTo>
                    <a:pt x="107" y="41"/>
                    <a:pt x="108" y="50"/>
                    <a:pt x="108" y="60"/>
                  </a:cubicBezTo>
                  <a:cubicBezTo>
                    <a:pt x="108" y="79"/>
                    <a:pt x="103" y="94"/>
                    <a:pt x="94" y="104"/>
                  </a:cubicBezTo>
                  <a:close/>
                  <a:moveTo>
                    <a:pt x="82" y="20"/>
                  </a:moveTo>
                  <a:cubicBezTo>
                    <a:pt x="75" y="12"/>
                    <a:pt x="66" y="7"/>
                    <a:pt x="54" y="7"/>
                  </a:cubicBezTo>
                  <a:cubicBezTo>
                    <a:pt x="42" y="7"/>
                    <a:pt x="33" y="12"/>
                    <a:pt x="26" y="20"/>
                  </a:cubicBezTo>
                  <a:cubicBezTo>
                    <a:pt x="19" y="28"/>
                    <a:pt x="16" y="42"/>
                    <a:pt x="16" y="60"/>
                  </a:cubicBezTo>
                  <a:cubicBezTo>
                    <a:pt x="16" y="78"/>
                    <a:pt x="19" y="91"/>
                    <a:pt x="26" y="100"/>
                  </a:cubicBezTo>
                  <a:cubicBezTo>
                    <a:pt x="32" y="108"/>
                    <a:pt x="42" y="113"/>
                    <a:pt x="54" y="113"/>
                  </a:cubicBezTo>
                  <a:cubicBezTo>
                    <a:pt x="66" y="113"/>
                    <a:pt x="75" y="109"/>
                    <a:pt x="82" y="100"/>
                  </a:cubicBezTo>
                  <a:cubicBezTo>
                    <a:pt x="89" y="92"/>
                    <a:pt x="92" y="78"/>
                    <a:pt x="92" y="61"/>
                  </a:cubicBezTo>
                  <a:cubicBezTo>
                    <a:pt x="92" y="42"/>
                    <a:pt x="89" y="29"/>
                    <a:pt x="82" y="2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F0B1522-DAF1-4576-BC24-C4B07F3C7B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7" y="-166"/>
              <a:ext cx="35" cy="36"/>
            </a:xfrm>
            <a:custGeom>
              <a:avLst/>
              <a:gdLst>
                <a:gd name="T0" fmla="*/ 0 w 17"/>
                <a:gd name="T1" fmla="*/ 8 h 17"/>
                <a:gd name="T2" fmla="*/ 2 w 17"/>
                <a:gd name="T3" fmla="*/ 14 h 17"/>
                <a:gd name="T4" fmla="*/ 8 w 17"/>
                <a:gd name="T5" fmla="*/ 17 h 17"/>
                <a:gd name="T6" fmla="*/ 14 w 17"/>
                <a:gd name="T7" fmla="*/ 14 h 17"/>
                <a:gd name="T8" fmla="*/ 17 w 17"/>
                <a:gd name="T9" fmla="*/ 8 h 17"/>
                <a:gd name="T10" fmla="*/ 14 w 17"/>
                <a:gd name="T11" fmla="*/ 2 h 17"/>
                <a:gd name="T12" fmla="*/ 8 w 17"/>
                <a:gd name="T13" fmla="*/ 0 h 17"/>
                <a:gd name="T14" fmla="*/ 2 w 17"/>
                <a:gd name="T15" fmla="*/ 2 h 17"/>
                <a:gd name="T16" fmla="*/ 0 w 17"/>
                <a:gd name="T17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0" y="8"/>
                  </a:moveTo>
                  <a:cubicBezTo>
                    <a:pt x="0" y="11"/>
                    <a:pt x="1" y="13"/>
                    <a:pt x="2" y="14"/>
                  </a:cubicBezTo>
                  <a:cubicBezTo>
                    <a:pt x="4" y="16"/>
                    <a:pt x="6" y="17"/>
                    <a:pt x="8" y="17"/>
                  </a:cubicBezTo>
                  <a:cubicBezTo>
                    <a:pt x="11" y="17"/>
                    <a:pt x="13" y="16"/>
                    <a:pt x="14" y="14"/>
                  </a:cubicBezTo>
                  <a:cubicBezTo>
                    <a:pt x="16" y="13"/>
                    <a:pt x="17" y="11"/>
                    <a:pt x="17" y="8"/>
                  </a:cubicBezTo>
                  <a:cubicBezTo>
                    <a:pt x="17" y="6"/>
                    <a:pt x="16" y="4"/>
                    <a:pt x="14" y="2"/>
                  </a:cubicBezTo>
                  <a:cubicBezTo>
                    <a:pt x="13" y="0"/>
                    <a:pt x="11" y="0"/>
                    <a:pt x="8" y="0"/>
                  </a:cubicBezTo>
                  <a:cubicBezTo>
                    <a:pt x="6" y="0"/>
                    <a:pt x="4" y="0"/>
                    <a:pt x="2" y="2"/>
                  </a:cubicBezTo>
                  <a:cubicBezTo>
                    <a:pt x="1" y="4"/>
                    <a:pt x="0" y="6"/>
                    <a:pt x="0" y="8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</p:grpSp>
    </p:spTree>
    <p:extLst>
      <p:ext uri="{BB962C8B-B14F-4D97-AF65-F5344CB8AC3E}">
        <p14:creationId xmlns:p14="http://schemas.microsoft.com/office/powerpoint/2010/main" val="214240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 med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ssholder for bilde 15">
            <a:extLst>
              <a:ext uri="{FF2B5EF4-FFF2-40B4-BE49-F238E27FC236}">
                <a16:creationId xmlns:a16="http://schemas.microsoft.com/office/drawing/2014/main" id="{21CF630B-3D3D-45F0-AFAF-5BAFF77886F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008126"/>
            <a:ext cx="9145143" cy="4136962"/>
          </a:xfrm>
          <a:custGeom>
            <a:avLst/>
            <a:gdLst>
              <a:gd name="connsiteX0" fmla="*/ 7461922 w 9145143"/>
              <a:gd name="connsiteY0" fmla="*/ 3078100 h 4136962"/>
              <a:gd name="connsiteX1" fmla="*/ 7380922 w 9145143"/>
              <a:gd name="connsiteY1" fmla="*/ 3159100 h 4136962"/>
              <a:gd name="connsiteX2" fmla="*/ 7461922 w 9145143"/>
              <a:gd name="connsiteY2" fmla="*/ 3240100 h 4136962"/>
              <a:gd name="connsiteX3" fmla="*/ 7542922 w 9145143"/>
              <a:gd name="connsiteY3" fmla="*/ 3159100 h 4136962"/>
              <a:gd name="connsiteX4" fmla="*/ 7461922 w 9145143"/>
              <a:gd name="connsiteY4" fmla="*/ 3078100 h 4136962"/>
              <a:gd name="connsiteX5" fmla="*/ 7461922 w 9145143"/>
              <a:gd name="connsiteY5" fmla="*/ 2880360 h 4136962"/>
              <a:gd name="connsiteX6" fmla="*/ 7380922 w 9145143"/>
              <a:gd name="connsiteY6" fmla="*/ 2961360 h 4136962"/>
              <a:gd name="connsiteX7" fmla="*/ 7461922 w 9145143"/>
              <a:gd name="connsiteY7" fmla="*/ 3042360 h 4136962"/>
              <a:gd name="connsiteX8" fmla="*/ 7542922 w 9145143"/>
              <a:gd name="connsiteY8" fmla="*/ 2961360 h 4136962"/>
              <a:gd name="connsiteX9" fmla="*/ 7461922 w 9145143"/>
              <a:gd name="connsiteY9" fmla="*/ 2880360 h 4136962"/>
              <a:gd name="connsiteX10" fmla="*/ 0 w 9145143"/>
              <a:gd name="connsiteY10" fmla="*/ 0 h 4136962"/>
              <a:gd name="connsiteX11" fmla="*/ 9145143 w 9145143"/>
              <a:gd name="connsiteY11" fmla="*/ 0 h 4136962"/>
              <a:gd name="connsiteX12" fmla="*/ 9145143 w 9145143"/>
              <a:gd name="connsiteY12" fmla="*/ 4136962 h 4136962"/>
              <a:gd name="connsiteX13" fmla="*/ 0 w 9145143"/>
              <a:gd name="connsiteY13" fmla="*/ 4136962 h 413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145143" h="4136962">
                <a:moveTo>
                  <a:pt x="7461922" y="3078100"/>
                </a:moveTo>
                <a:cubicBezTo>
                  <a:pt x="7417187" y="3078100"/>
                  <a:pt x="7380922" y="3114365"/>
                  <a:pt x="7380922" y="3159100"/>
                </a:cubicBezTo>
                <a:cubicBezTo>
                  <a:pt x="7380922" y="3203835"/>
                  <a:pt x="7417187" y="3240100"/>
                  <a:pt x="7461922" y="3240100"/>
                </a:cubicBezTo>
                <a:cubicBezTo>
                  <a:pt x="7506657" y="3240100"/>
                  <a:pt x="7542922" y="3203835"/>
                  <a:pt x="7542922" y="3159100"/>
                </a:cubicBezTo>
                <a:cubicBezTo>
                  <a:pt x="7542922" y="3114365"/>
                  <a:pt x="7506657" y="3078100"/>
                  <a:pt x="7461922" y="3078100"/>
                </a:cubicBezTo>
                <a:close/>
                <a:moveTo>
                  <a:pt x="7461922" y="2880360"/>
                </a:moveTo>
                <a:cubicBezTo>
                  <a:pt x="7417187" y="2880360"/>
                  <a:pt x="7380922" y="2916625"/>
                  <a:pt x="7380922" y="2961360"/>
                </a:cubicBezTo>
                <a:cubicBezTo>
                  <a:pt x="7380922" y="3006095"/>
                  <a:pt x="7417187" y="3042360"/>
                  <a:pt x="7461922" y="3042360"/>
                </a:cubicBezTo>
                <a:cubicBezTo>
                  <a:pt x="7506657" y="3042360"/>
                  <a:pt x="7542922" y="3006095"/>
                  <a:pt x="7542922" y="2961360"/>
                </a:cubicBezTo>
                <a:cubicBezTo>
                  <a:pt x="7542922" y="2916625"/>
                  <a:pt x="7506657" y="2880360"/>
                  <a:pt x="7461922" y="2880360"/>
                </a:cubicBezTo>
                <a:close/>
                <a:moveTo>
                  <a:pt x="0" y="0"/>
                </a:moveTo>
                <a:lnTo>
                  <a:pt x="9145143" y="0"/>
                </a:lnTo>
                <a:lnTo>
                  <a:pt x="9145143" y="4136962"/>
                </a:lnTo>
                <a:lnTo>
                  <a:pt x="0" y="413696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9000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b-NO"/>
              <a:t>Sett inn bilde via menyen «Sett inn» og knappen «Bilde»</a:t>
            </a:r>
          </a:p>
        </p:txBody>
      </p:sp>
      <p:sp>
        <p:nvSpPr>
          <p:cNvPr id="2" name="Tittel 1"/>
          <p:cNvSpPr>
            <a:spLocks noGrp="1" noChangeAspect="1"/>
          </p:cNvSpPr>
          <p:nvPr>
            <p:ph type="ctrTitle" hasCustomPrompt="1"/>
          </p:nvPr>
        </p:nvSpPr>
        <p:spPr>
          <a:xfrm>
            <a:off x="3798000" y="1396975"/>
            <a:ext cx="1548000" cy="15480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lt1"/>
                </a:solidFill>
              </a:defRPr>
            </a:lvl1pPr>
          </a:lstStyle>
          <a:p>
            <a:r>
              <a:rPr lang="nb-NO"/>
              <a:t>Tittel</a:t>
            </a:r>
          </a:p>
        </p:txBody>
      </p:sp>
      <p:sp>
        <p:nvSpPr>
          <p:cNvPr id="3" name="Undertittel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3798000" y="3150394"/>
            <a:ext cx="1548000" cy="1548000"/>
          </a:xfrm>
          <a:prstGeom prst="ellipse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chemeClr val="l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b-NO"/>
              <a:t>Undertittel</a:t>
            </a:r>
          </a:p>
        </p:txBody>
      </p:sp>
      <p:sp>
        <p:nvSpPr>
          <p:cNvPr id="11" name="Plassholder for tekst 9">
            <a:extLst>
              <a:ext uri="{FF2B5EF4-FFF2-40B4-BE49-F238E27FC236}">
                <a16:creationId xmlns:a16="http://schemas.microsoft.com/office/drawing/2014/main" id="{7B181E55-BA4E-41F3-878C-77EB660DC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0956" y="3924491"/>
            <a:ext cx="1125487" cy="38399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000" i="1"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011AA87-01BC-457A-9D24-F263E5A933A7}"/>
              </a:ext>
            </a:extLst>
          </p:cNvPr>
          <p:cNvSpPr>
            <a:spLocks noChangeAspect="1"/>
          </p:cNvSpPr>
          <p:nvPr userDrawn="1"/>
        </p:nvSpPr>
        <p:spPr>
          <a:xfrm>
            <a:off x="7377322" y="3884886"/>
            <a:ext cx="169200" cy="16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FCCCC5A-87C6-451E-AB30-6B75040B830A}"/>
              </a:ext>
            </a:extLst>
          </p:cNvPr>
          <p:cNvSpPr>
            <a:spLocks noChangeAspect="1"/>
          </p:cNvSpPr>
          <p:nvPr userDrawn="1"/>
        </p:nvSpPr>
        <p:spPr>
          <a:xfrm>
            <a:off x="7377322" y="4082910"/>
            <a:ext cx="169200" cy="16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2" name="Bilde 11">
            <a:extLst>
              <a:ext uri="{FF2B5EF4-FFF2-40B4-BE49-F238E27FC236}">
                <a16:creationId xmlns:a16="http://schemas.microsoft.com/office/drawing/2014/main" id="{8C0CF3A2-BB35-4B5B-985F-C9049CE100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97" y="360045"/>
            <a:ext cx="425197" cy="425197"/>
          </a:xfrm>
          <a:prstGeom prst="rect">
            <a:avLst/>
          </a:prstGeom>
        </p:spPr>
      </p:pic>
      <p:sp>
        <p:nvSpPr>
          <p:cNvPr id="10" name="TekstSylinder 9">
            <a:extLst>
              <a:ext uri="{FF2B5EF4-FFF2-40B4-BE49-F238E27FC236}">
                <a16:creationId xmlns:a16="http://schemas.microsoft.com/office/drawing/2014/main" id="{919B5DF3-76D1-4FB2-B03A-558958BEEB81}"/>
              </a:ext>
            </a:extLst>
          </p:cNvPr>
          <p:cNvSpPr txBox="1"/>
          <p:nvPr userDrawn="1"/>
        </p:nvSpPr>
        <p:spPr>
          <a:xfrm>
            <a:off x="1706837" y="424417"/>
            <a:ext cx="411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Det matematisk-naturvitenskapelige fakultet</a:t>
            </a:r>
          </a:p>
        </p:txBody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AC493A5E-9BD3-4E8F-9929-DFF150B39C8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312070" y="512362"/>
            <a:ext cx="439200" cy="136098"/>
            <a:chOff x="699" y="-168"/>
            <a:chExt cx="810" cy="251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E9AC40A2-48E8-4E38-A0D0-CAEFC7530A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164"/>
              <a:ext cx="109" cy="111"/>
            </a:xfrm>
            <a:custGeom>
              <a:avLst/>
              <a:gdLst>
                <a:gd name="T0" fmla="*/ 52 w 53"/>
                <a:gd name="T1" fmla="*/ 2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52 w 53"/>
                <a:gd name="T11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0"/>
                  </a:moveTo>
                  <a:cubicBezTo>
                    <a:pt x="53" y="22"/>
                    <a:pt x="53" y="24"/>
                    <a:pt x="53" y="26"/>
                  </a:cubicBez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9" y="0"/>
                    <a:pt x="50" y="8"/>
                    <a:pt x="52" y="20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F7D78F3-9CE5-4553-8D36-258A12EF6A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30"/>
              <a:ext cx="109" cy="111"/>
            </a:xfrm>
            <a:custGeom>
              <a:avLst/>
              <a:gdLst>
                <a:gd name="T0" fmla="*/ 52 w 53"/>
                <a:gd name="T1" fmla="*/ 21 h 53"/>
                <a:gd name="T2" fmla="*/ 53 w 53"/>
                <a:gd name="T3" fmla="*/ 27 h 53"/>
                <a:gd name="T4" fmla="*/ 26 w 53"/>
                <a:gd name="T5" fmla="*/ 53 h 53"/>
                <a:gd name="T6" fmla="*/ 0 w 53"/>
                <a:gd name="T7" fmla="*/ 27 h 53"/>
                <a:gd name="T8" fmla="*/ 26 w 53"/>
                <a:gd name="T9" fmla="*/ 0 h 53"/>
                <a:gd name="T10" fmla="*/ 52 w 53"/>
                <a:gd name="T1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1"/>
                  </a:moveTo>
                  <a:cubicBezTo>
                    <a:pt x="53" y="23"/>
                    <a:pt x="53" y="25"/>
                    <a:pt x="53" y="27"/>
                  </a:cubicBezTo>
                  <a:cubicBezTo>
                    <a:pt x="53" y="42"/>
                    <a:pt x="41" y="53"/>
                    <a:pt x="26" y="53"/>
                  </a:cubicBezTo>
                  <a:cubicBezTo>
                    <a:pt x="12" y="53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39" y="0"/>
                    <a:pt x="50" y="9"/>
                    <a:pt x="52" y="21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5AC0C3A-7F3C-451F-B739-CDD50839D7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" y="-164"/>
              <a:ext cx="243" cy="247"/>
            </a:xfrm>
            <a:custGeom>
              <a:avLst/>
              <a:gdLst>
                <a:gd name="T0" fmla="*/ 105 w 118"/>
                <a:gd name="T1" fmla="*/ 75 h 118"/>
                <a:gd name="T2" fmla="*/ 102 w 118"/>
                <a:gd name="T3" fmla="*/ 95 h 118"/>
                <a:gd name="T4" fmla="*/ 93 w 118"/>
                <a:gd name="T5" fmla="*/ 108 h 118"/>
                <a:gd name="T6" fmla="*/ 79 w 118"/>
                <a:gd name="T7" fmla="*/ 115 h 118"/>
                <a:gd name="T8" fmla="*/ 59 w 118"/>
                <a:gd name="T9" fmla="*/ 118 h 118"/>
                <a:gd name="T10" fmla="*/ 40 w 118"/>
                <a:gd name="T11" fmla="*/ 115 h 118"/>
                <a:gd name="T12" fmla="*/ 26 w 118"/>
                <a:gd name="T13" fmla="*/ 108 h 118"/>
                <a:gd name="T14" fmla="*/ 17 w 118"/>
                <a:gd name="T15" fmla="*/ 95 h 118"/>
                <a:gd name="T16" fmla="*/ 13 w 118"/>
                <a:gd name="T17" fmla="*/ 76 h 118"/>
                <a:gd name="T18" fmla="*/ 13 w 118"/>
                <a:gd name="T19" fmla="*/ 8 h 118"/>
                <a:gd name="T20" fmla="*/ 0 w 118"/>
                <a:gd name="T21" fmla="*/ 5 h 118"/>
                <a:gd name="T22" fmla="*/ 0 w 118"/>
                <a:gd name="T23" fmla="*/ 0 h 118"/>
                <a:gd name="T24" fmla="*/ 41 w 118"/>
                <a:gd name="T25" fmla="*/ 0 h 118"/>
                <a:gd name="T26" fmla="*/ 41 w 118"/>
                <a:gd name="T27" fmla="*/ 5 h 118"/>
                <a:gd name="T28" fmla="*/ 28 w 118"/>
                <a:gd name="T29" fmla="*/ 8 h 118"/>
                <a:gd name="T30" fmla="*/ 28 w 118"/>
                <a:gd name="T31" fmla="*/ 81 h 118"/>
                <a:gd name="T32" fmla="*/ 36 w 118"/>
                <a:gd name="T33" fmla="*/ 103 h 118"/>
                <a:gd name="T34" fmla="*/ 62 w 118"/>
                <a:gd name="T35" fmla="*/ 111 h 118"/>
                <a:gd name="T36" fmla="*/ 87 w 118"/>
                <a:gd name="T37" fmla="*/ 103 h 118"/>
                <a:gd name="T38" fmla="*/ 95 w 118"/>
                <a:gd name="T39" fmla="*/ 77 h 118"/>
                <a:gd name="T40" fmla="*/ 95 w 118"/>
                <a:gd name="T41" fmla="*/ 8 h 118"/>
                <a:gd name="T42" fmla="*/ 82 w 118"/>
                <a:gd name="T43" fmla="*/ 5 h 118"/>
                <a:gd name="T44" fmla="*/ 82 w 118"/>
                <a:gd name="T45" fmla="*/ 0 h 118"/>
                <a:gd name="T46" fmla="*/ 118 w 118"/>
                <a:gd name="T47" fmla="*/ 0 h 118"/>
                <a:gd name="T48" fmla="*/ 118 w 118"/>
                <a:gd name="T49" fmla="*/ 5 h 118"/>
                <a:gd name="T50" fmla="*/ 105 w 118"/>
                <a:gd name="T51" fmla="*/ 8 h 118"/>
                <a:gd name="T52" fmla="*/ 105 w 118"/>
                <a:gd name="T53" fmla="*/ 7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8" h="118">
                  <a:moveTo>
                    <a:pt x="105" y="75"/>
                  </a:moveTo>
                  <a:cubicBezTo>
                    <a:pt x="105" y="82"/>
                    <a:pt x="104" y="89"/>
                    <a:pt x="102" y="95"/>
                  </a:cubicBezTo>
                  <a:cubicBezTo>
                    <a:pt x="100" y="100"/>
                    <a:pt x="97" y="105"/>
                    <a:pt x="93" y="108"/>
                  </a:cubicBezTo>
                  <a:cubicBezTo>
                    <a:pt x="90" y="111"/>
                    <a:pt x="85" y="114"/>
                    <a:pt x="79" y="115"/>
                  </a:cubicBezTo>
                  <a:cubicBezTo>
                    <a:pt x="73" y="117"/>
                    <a:pt x="66" y="118"/>
                    <a:pt x="59" y="118"/>
                  </a:cubicBezTo>
                  <a:cubicBezTo>
                    <a:pt x="52" y="118"/>
                    <a:pt x="46" y="117"/>
                    <a:pt x="40" y="115"/>
                  </a:cubicBezTo>
                  <a:cubicBezTo>
                    <a:pt x="35" y="114"/>
                    <a:pt x="30" y="112"/>
                    <a:pt x="26" y="108"/>
                  </a:cubicBezTo>
                  <a:cubicBezTo>
                    <a:pt x="22" y="105"/>
                    <a:pt x="19" y="101"/>
                    <a:pt x="17" y="95"/>
                  </a:cubicBezTo>
                  <a:cubicBezTo>
                    <a:pt x="14" y="90"/>
                    <a:pt x="13" y="84"/>
                    <a:pt x="13" y="76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91"/>
                    <a:pt x="31" y="98"/>
                    <a:pt x="36" y="103"/>
                  </a:cubicBezTo>
                  <a:cubicBezTo>
                    <a:pt x="42" y="108"/>
                    <a:pt x="51" y="111"/>
                    <a:pt x="62" y="111"/>
                  </a:cubicBezTo>
                  <a:cubicBezTo>
                    <a:pt x="73" y="111"/>
                    <a:pt x="82" y="108"/>
                    <a:pt x="87" y="103"/>
                  </a:cubicBezTo>
                  <a:cubicBezTo>
                    <a:pt x="92" y="97"/>
                    <a:pt x="95" y="89"/>
                    <a:pt x="95" y="77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5"/>
                    <a:pt x="118" y="5"/>
                    <a:pt x="118" y="5"/>
                  </a:cubicBezTo>
                  <a:cubicBezTo>
                    <a:pt x="105" y="8"/>
                    <a:pt x="105" y="8"/>
                    <a:pt x="105" y="8"/>
                  </a:cubicBezTo>
                  <a:lnTo>
                    <a:pt x="105" y="7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31EAB8D2-F0B4-4FAC-B38F-64CE670894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4" y="-99"/>
              <a:ext cx="80" cy="178"/>
            </a:xfrm>
            <a:custGeom>
              <a:avLst/>
              <a:gdLst>
                <a:gd name="T0" fmla="*/ 52 w 80"/>
                <a:gd name="T1" fmla="*/ 29 h 178"/>
                <a:gd name="T2" fmla="*/ 52 w 80"/>
                <a:gd name="T3" fmla="*/ 161 h 178"/>
                <a:gd name="T4" fmla="*/ 80 w 80"/>
                <a:gd name="T5" fmla="*/ 167 h 178"/>
                <a:gd name="T6" fmla="*/ 80 w 80"/>
                <a:gd name="T7" fmla="*/ 178 h 178"/>
                <a:gd name="T8" fmla="*/ 0 w 80"/>
                <a:gd name="T9" fmla="*/ 178 h 178"/>
                <a:gd name="T10" fmla="*/ 0 w 80"/>
                <a:gd name="T11" fmla="*/ 167 h 178"/>
                <a:gd name="T12" fmla="*/ 27 w 80"/>
                <a:gd name="T13" fmla="*/ 161 h 178"/>
                <a:gd name="T14" fmla="*/ 27 w 80"/>
                <a:gd name="T15" fmla="*/ 25 h 178"/>
                <a:gd name="T16" fmla="*/ 0 w 80"/>
                <a:gd name="T17" fmla="*/ 15 h 178"/>
                <a:gd name="T18" fmla="*/ 0 w 80"/>
                <a:gd name="T19" fmla="*/ 11 h 178"/>
                <a:gd name="T20" fmla="*/ 52 w 80"/>
                <a:gd name="T21" fmla="*/ 0 h 178"/>
                <a:gd name="T22" fmla="*/ 54 w 80"/>
                <a:gd name="T23" fmla="*/ 2 h 178"/>
                <a:gd name="T24" fmla="*/ 52 w 80"/>
                <a:gd name="T25" fmla="*/ 29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178">
                  <a:moveTo>
                    <a:pt x="52" y="29"/>
                  </a:moveTo>
                  <a:lnTo>
                    <a:pt x="52" y="161"/>
                  </a:lnTo>
                  <a:lnTo>
                    <a:pt x="80" y="167"/>
                  </a:lnTo>
                  <a:lnTo>
                    <a:pt x="80" y="178"/>
                  </a:lnTo>
                  <a:lnTo>
                    <a:pt x="0" y="178"/>
                  </a:lnTo>
                  <a:lnTo>
                    <a:pt x="0" y="167"/>
                  </a:lnTo>
                  <a:lnTo>
                    <a:pt x="27" y="161"/>
                  </a:lnTo>
                  <a:lnTo>
                    <a:pt x="27" y="25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52" y="0"/>
                  </a:lnTo>
                  <a:lnTo>
                    <a:pt x="54" y="2"/>
                  </a:lnTo>
                  <a:lnTo>
                    <a:pt x="52" y="2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7AF9656E-399E-4288-8913-4F1031205C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5" y="-168"/>
              <a:ext cx="222" cy="251"/>
            </a:xfrm>
            <a:custGeom>
              <a:avLst/>
              <a:gdLst>
                <a:gd name="T0" fmla="*/ 94 w 108"/>
                <a:gd name="T1" fmla="*/ 104 h 120"/>
                <a:gd name="T2" fmla="*/ 53 w 108"/>
                <a:gd name="T3" fmla="*/ 120 h 120"/>
                <a:gd name="T4" fmla="*/ 14 w 108"/>
                <a:gd name="T5" fmla="*/ 105 h 120"/>
                <a:gd name="T6" fmla="*/ 0 w 108"/>
                <a:gd name="T7" fmla="*/ 61 h 120"/>
                <a:gd name="T8" fmla="*/ 4 w 108"/>
                <a:gd name="T9" fmla="*/ 35 h 120"/>
                <a:gd name="T10" fmla="*/ 15 w 108"/>
                <a:gd name="T11" fmla="*/ 16 h 120"/>
                <a:gd name="T12" fmla="*/ 32 w 108"/>
                <a:gd name="T13" fmla="*/ 4 h 120"/>
                <a:gd name="T14" fmla="*/ 54 w 108"/>
                <a:gd name="T15" fmla="*/ 0 h 120"/>
                <a:gd name="T16" fmla="*/ 77 w 108"/>
                <a:gd name="T17" fmla="*/ 4 h 120"/>
                <a:gd name="T18" fmla="*/ 94 w 108"/>
                <a:gd name="T19" fmla="*/ 16 h 120"/>
                <a:gd name="T20" fmla="*/ 104 w 108"/>
                <a:gd name="T21" fmla="*/ 34 h 120"/>
                <a:gd name="T22" fmla="*/ 108 w 108"/>
                <a:gd name="T23" fmla="*/ 60 h 120"/>
                <a:gd name="T24" fmla="*/ 94 w 108"/>
                <a:gd name="T25" fmla="*/ 104 h 120"/>
                <a:gd name="T26" fmla="*/ 82 w 108"/>
                <a:gd name="T27" fmla="*/ 20 h 120"/>
                <a:gd name="T28" fmla="*/ 54 w 108"/>
                <a:gd name="T29" fmla="*/ 7 h 120"/>
                <a:gd name="T30" fmla="*/ 26 w 108"/>
                <a:gd name="T31" fmla="*/ 20 h 120"/>
                <a:gd name="T32" fmla="*/ 16 w 108"/>
                <a:gd name="T33" fmla="*/ 60 h 120"/>
                <a:gd name="T34" fmla="*/ 26 w 108"/>
                <a:gd name="T35" fmla="*/ 100 h 120"/>
                <a:gd name="T36" fmla="*/ 54 w 108"/>
                <a:gd name="T37" fmla="*/ 113 h 120"/>
                <a:gd name="T38" fmla="*/ 82 w 108"/>
                <a:gd name="T39" fmla="*/ 100 h 120"/>
                <a:gd name="T40" fmla="*/ 92 w 108"/>
                <a:gd name="T41" fmla="*/ 61 h 120"/>
                <a:gd name="T42" fmla="*/ 82 w 108"/>
                <a:gd name="T43" fmla="*/ 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8" h="120">
                  <a:moveTo>
                    <a:pt x="94" y="104"/>
                  </a:moveTo>
                  <a:cubicBezTo>
                    <a:pt x="84" y="115"/>
                    <a:pt x="71" y="120"/>
                    <a:pt x="53" y="120"/>
                  </a:cubicBezTo>
                  <a:cubicBezTo>
                    <a:pt x="36" y="120"/>
                    <a:pt x="23" y="115"/>
                    <a:pt x="14" y="105"/>
                  </a:cubicBezTo>
                  <a:cubicBezTo>
                    <a:pt x="5" y="95"/>
                    <a:pt x="0" y="80"/>
                    <a:pt x="0" y="61"/>
                  </a:cubicBezTo>
                  <a:cubicBezTo>
                    <a:pt x="0" y="51"/>
                    <a:pt x="1" y="42"/>
                    <a:pt x="4" y="35"/>
                  </a:cubicBezTo>
                  <a:cubicBezTo>
                    <a:pt x="6" y="27"/>
                    <a:pt x="10" y="21"/>
                    <a:pt x="15" y="16"/>
                  </a:cubicBezTo>
                  <a:cubicBezTo>
                    <a:pt x="19" y="11"/>
                    <a:pt x="25" y="7"/>
                    <a:pt x="32" y="4"/>
                  </a:cubicBezTo>
                  <a:cubicBezTo>
                    <a:pt x="39" y="2"/>
                    <a:pt x="46" y="0"/>
                    <a:pt x="54" y="0"/>
                  </a:cubicBezTo>
                  <a:cubicBezTo>
                    <a:pt x="63" y="0"/>
                    <a:pt x="70" y="2"/>
                    <a:pt x="77" y="4"/>
                  </a:cubicBezTo>
                  <a:cubicBezTo>
                    <a:pt x="84" y="7"/>
                    <a:pt x="89" y="11"/>
                    <a:pt x="94" y="16"/>
                  </a:cubicBezTo>
                  <a:cubicBezTo>
                    <a:pt x="98" y="21"/>
                    <a:pt x="102" y="27"/>
                    <a:pt x="104" y="34"/>
                  </a:cubicBezTo>
                  <a:cubicBezTo>
                    <a:pt x="107" y="41"/>
                    <a:pt x="108" y="50"/>
                    <a:pt x="108" y="60"/>
                  </a:cubicBezTo>
                  <a:cubicBezTo>
                    <a:pt x="108" y="79"/>
                    <a:pt x="103" y="94"/>
                    <a:pt x="94" y="104"/>
                  </a:cubicBezTo>
                  <a:close/>
                  <a:moveTo>
                    <a:pt x="82" y="20"/>
                  </a:moveTo>
                  <a:cubicBezTo>
                    <a:pt x="75" y="12"/>
                    <a:pt x="66" y="7"/>
                    <a:pt x="54" y="7"/>
                  </a:cubicBezTo>
                  <a:cubicBezTo>
                    <a:pt x="42" y="7"/>
                    <a:pt x="33" y="12"/>
                    <a:pt x="26" y="20"/>
                  </a:cubicBezTo>
                  <a:cubicBezTo>
                    <a:pt x="19" y="28"/>
                    <a:pt x="16" y="42"/>
                    <a:pt x="16" y="60"/>
                  </a:cubicBezTo>
                  <a:cubicBezTo>
                    <a:pt x="16" y="78"/>
                    <a:pt x="19" y="91"/>
                    <a:pt x="26" y="100"/>
                  </a:cubicBezTo>
                  <a:cubicBezTo>
                    <a:pt x="32" y="108"/>
                    <a:pt x="42" y="113"/>
                    <a:pt x="54" y="113"/>
                  </a:cubicBezTo>
                  <a:cubicBezTo>
                    <a:pt x="66" y="113"/>
                    <a:pt x="75" y="109"/>
                    <a:pt x="82" y="100"/>
                  </a:cubicBezTo>
                  <a:cubicBezTo>
                    <a:pt x="89" y="92"/>
                    <a:pt x="92" y="78"/>
                    <a:pt x="92" y="61"/>
                  </a:cubicBezTo>
                  <a:cubicBezTo>
                    <a:pt x="92" y="42"/>
                    <a:pt x="89" y="29"/>
                    <a:pt x="82" y="2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B1C1BAEC-C920-477B-B026-EFE81143DC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7" y="-166"/>
              <a:ext cx="35" cy="36"/>
            </a:xfrm>
            <a:custGeom>
              <a:avLst/>
              <a:gdLst>
                <a:gd name="T0" fmla="*/ 0 w 17"/>
                <a:gd name="T1" fmla="*/ 8 h 17"/>
                <a:gd name="T2" fmla="*/ 2 w 17"/>
                <a:gd name="T3" fmla="*/ 14 h 17"/>
                <a:gd name="T4" fmla="*/ 8 w 17"/>
                <a:gd name="T5" fmla="*/ 17 h 17"/>
                <a:gd name="T6" fmla="*/ 14 w 17"/>
                <a:gd name="T7" fmla="*/ 14 h 17"/>
                <a:gd name="T8" fmla="*/ 17 w 17"/>
                <a:gd name="T9" fmla="*/ 8 h 17"/>
                <a:gd name="T10" fmla="*/ 14 w 17"/>
                <a:gd name="T11" fmla="*/ 2 h 17"/>
                <a:gd name="T12" fmla="*/ 8 w 17"/>
                <a:gd name="T13" fmla="*/ 0 h 17"/>
                <a:gd name="T14" fmla="*/ 2 w 17"/>
                <a:gd name="T15" fmla="*/ 2 h 17"/>
                <a:gd name="T16" fmla="*/ 0 w 17"/>
                <a:gd name="T17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0" y="8"/>
                  </a:moveTo>
                  <a:cubicBezTo>
                    <a:pt x="0" y="11"/>
                    <a:pt x="1" y="13"/>
                    <a:pt x="2" y="14"/>
                  </a:cubicBezTo>
                  <a:cubicBezTo>
                    <a:pt x="4" y="16"/>
                    <a:pt x="6" y="17"/>
                    <a:pt x="8" y="17"/>
                  </a:cubicBezTo>
                  <a:cubicBezTo>
                    <a:pt x="11" y="17"/>
                    <a:pt x="13" y="16"/>
                    <a:pt x="14" y="14"/>
                  </a:cubicBezTo>
                  <a:cubicBezTo>
                    <a:pt x="16" y="13"/>
                    <a:pt x="17" y="11"/>
                    <a:pt x="17" y="8"/>
                  </a:cubicBezTo>
                  <a:cubicBezTo>
                    <a:pt x="17" y="6"/>
                    <a:pt x="16" y="4"/>
                    <a:pt x="14" y="2"/>
                  </a:cubicBezTo>
                  <a:cubicBezTo>
                    <a:pt x="13" y="0"/>
                    <a:pt x="11" y="0"/>
                    <a:pt x="8" y="0"/>
                  </a:cubicBezTo>
                  <a:cubicBezTo>
                    <a:pt x="6" y="0"/>
                    <a:pt x="4" y="0"/>
                    <a:pt x="2" y="2"/>
                  </a:cubicBezTo>
                  <a:cubicBezTo>
                    <a:pt x="1" y="4"/>
                    <a:pt x="0" y="6"/>
                    <a:pt x="0" y="8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</p:grpSp>
    </p:spTree>
    <p:extLst>
      <p:ext uri="{BB962C8B-B14F-4D97-AF65-F5344CB8AC3E}">
        <p14:creationId xmlns:p14="http://schemas.microsoft.com/office/powerpoint/2010/main" val="59459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 /m bilde og stor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lipse 17">
            <a:extLst>
              <a:ext uri="{FF2B5EF4-FFF2-40B4-BE49-F238E27FC236}">
                <a16:creationId xmlns:a16="http://schemas.microsoft.com/office/drawing/2014/main" id="{34E270BA-1CD5-4957-84D6-18A400390989}"/>
              </a:ext>
            </a:extLst>
          </p:cNvPr>
          <p:cNvSpPr>
            <a:spLocks noChangeAspect="1"/>
          </p:cNvSpPr>
          <p:nvPr userDrawn="1"/>
        </p:nvSpPr>
        <p:spPr>
          <a:xfrm>
            <a:off x="7377322" y="3884886"/>
            <a:ext cx="169200" cy="16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1A0141D-73F1-4F3B-9CD6-75FDD560D760}"/>
              </a:ext>
            </a:extLst>
          </p:cNvPr>
          <p:cNvSpPr>
            <a:spLocks noChangeAspect="1"/>
          </p:cNvSpPr>
          <p:nvPr userDrawn="1"/>
        </p:nvSpPr>
        <p:spPr>
          <a:xfrm>
            <a:off x="7377322" y="4082910"/>
            <a:ext cx="169200" cy="16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Plassholder for bilde 16">
            <a:extLst>
              <a:ext uri="{FF2B5EF4-FFF2-40B4-BE49-F238E27FC236}">
                <a16:creationId xmlns:a16="http://schemas.microsoft.com/office/drawing/2014/main" id="{36B2E708-3A4F-47DB-8C8F-7EC057EF7A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008126"/>
            <a:ext cx="9145143" cy="4136962"/>
          </a:xfrm>
          <a:custGeom>
            <a:avLst/>
            <a:gdLst>
              <a:gd name="connsiteX0" fmla="*/ 7461922 w 9145143"/>
              <a:gd name="connsiteY0" fmla="*/ 3078100 h 4136962"/>
              <a:gd name="connsiteX1" fmla="*/ 7380922 w 9145143"/>
              <a:gd name="connsiteY1" fmla="*/ 3159100 h 4136962"/>
              <a:gd name="connsiteX2" fmla="*/ 7461922 w 9145143"/>
              <a:gd name="connsiteY2" fmla="*/ 3240100 h 4136962"/>
              <a:gd name="connsiteX3" fmla="*/ 7542922 w 9145143"/>
              <a:gd name="connsiteY3" fmla="*/ 3159100 h 4136962"/>
              <a:gd name="connsiteX4" fmla="*/ 7461922 w 9145143"/>
              <a:gd name="connsiteY4" fmla="*/ 3078100 h 4136962"/>
              <a:gd name="connsiteX5" fmla="*/ 7461922 w 9145143"/>
              <a:gd name="connsiteY5" fmla="*/ 2880360 h 4136962"/>
              <a:gd name="connsiteX6" fmla="*/ 7380922 w 9145143"/>
              <a:gd name="connsiteY6" fmla="*/ 2961360 h 4136962"/>
              <a:gd name="connsiteX7" fmla="*/ 7461922 w 9145143"/>
              <a:gd name="connsiteY7" fmla="*/ 3042360 h 4136962"/>
              <a:gd name="connsiteX8" fmla="*/ 7542922 w 9145143"/>
              <a:gd name="connsiteY8" fmla="*/ 2961360 h 4136962"/>
              <a:gd name="connsiteX9" fmla="*/ 7461922 w 9145143"/>
              <a:gd name="connsiteY9" fmla="*/ 2880360 h 4136962"/>
              <a:gd name="connsiteX10" fmla="*/ 0 w 9145143"/>
              <a:gd name="connsiteY10" fmla="*/ 0 h 4136962"/>
              <a:gd name="connsiteX11" fmla="*/ 9145143 w 9145143"/>
              <a:gd name="connsiteY11" fmla="*/ 0 h 4136962"/>
              <a:gd name="connsiteX12" fmla="*/ 9145143 w 9145143"/>
              <a:gd name="connsiteY12" fmla="*/ 4136962 h 4136962"/>
              <a:gd name="connsiteX13" fmla="*/ 0 w 9145143"/>
              <a:gd name="connsiteY13" fmla="*/ 4136962 h 413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145143" h="4136962">
                <a:moveTo>
                  <a:pt x="7461922" y="3078100"/>
                </a:moveTo>
                <a:cubicBezTo>
                  <a:pt x="7417187" y="3078100"/>
                  <a:pt x="7380922" y="3114365"/>
                  <a:pt x="7380922" y="3159100"/>
                </a:cubicBezTo>
                <a:cubicBezTo>
                  <a:pt x="7380922" y="3203835"/>
                  <a:pt x="7417187" y="3240100"/>
                  <a:pt x="7461922" y="3240100"/>
                </a:cubicBezTo>
                <a:cubicBezTo>
                  <a:pt x="7506657" y="3240100"/>
                  <a:pt x="7542922" y="3203835"/>
                  <a:pt x="7542922" y="3159100"/>
                </a:cubicBezTo>
                <a:cubicBezTo>
                  <a:pt x="7542922" y="3114365"/>
                  <a:pt x="7506657" y="3078100"/>
                  <a:pt x="7461922" y="3078100"/>
                </a:cubicBezTo>
                <a:close/>
                <a:moveTo>
                  <a:pt x="7461922" y="2880360"/>
                </a:moveTo>
                <a:cubicBezTo>
                  <a:pt x="7417187" y="2880360"/>
                  <a:pt x="7380922" y="2916625"/>
                  <a:pt x="7380922" y="2961360"/>
                </a:cubicBezTo>
                <a:cubicBezTo>
                  <a:pt x="7380922" y="3006095"/>
                  <a:pt x="7417187" y="3042360"/>
                  <a:pt x="7461922" y="3042360"/>
                </a:cubicBezTo>
                <a:cubicBezTo>
                  <a:pt x="7506657" y="3042360"/>
                  <a:pt x="7542922" y="3006095"/>
                  <a:pt x="7542922" y="2961360"/>
                </a:cubicBezTo>
                <a:cubicBezTo>
                  <a:pt x="7542922" y="2916625"/>
                  <a:pt x="7506657" y="2880360"/>
                  <a:pt x="7461922" y="2880360"/>
                </a:cubicBezTo>
                <a:close/>
                <a:moveTo>
                  <a:pt x="0" y="0"/>
                </a:moveTo>
                <a:lnTo>
                  <a:pt x="9145143" y="0"/>
                </a:lnTo>
                <a:lnTo>
                  <a:pt x="9145143" y="4136962"/>
                </a:lnTo>
                <a:lnTo>
                  <a:pt x="0" y="413696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9000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b-NO"/>
              <a:t>Sett inn bilde via menyen «Sett inn» og knappen «Bilde»</a:t>
            </a:r>
          </a:p>
        </p:txBody>
      </p:sp>
      <p:sp>
        <p:nvSpPr>
          <p:cNvPr id="2" name="Tittel 1"/>
          <p:cNvSpPr>
            <a:spLocks noGrp="1" noChangeAspect="1"/>
          </p:cNvSpPr>
          <p:nvPr>
            <p:ph type="ctrTitle" hasCustomPrompt="1"/>
          </p:nvPr>
        </p:nvSpPr>
        <p:spPr>
          <a:xfrm>
            <a:off x="2790905" y="1361116"/>
            <a:ext cx="3024000" cy="3024000"/>
          </a:xfrm>
          <a:prstGeom prst="ellipse">
            <a:avLst/>
          </a:prstGeom>
          <a:solidFill>
            <a:schemeClr val="bg1"/>
          </a:solidFill>
        </p:spPr>
        <p:txBody>
          <a:bodyPr lIns="36000" tIns="36000" rIns="36000" bIns="1080000" anchor="b">
            <a:normAutofit/>
          </a:bodyPr>
          <a:lstStyle>
            <a:lvl1pPr algn="ctr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nb-NO"/>
              <a:t>Tittel</a:t>
            </a:r>
          </a:p>
        </p:txBody>
      </p:sp>
      <p:sp>
        <p:nvSpPr>
          <p:cNvPr id="3" name="Undertittel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2904564" y="2941568"/>
            <a:ext cx="2788023" cy="542291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b-NO"/>
              <a:t>Undertittel</a:t>
            </a:r>
          </a:p>
        </p:txBody>
      </p:sp>
      <p:sp>
        <p:nvSpPr>
          <p:cNvPr id="11" name="Plassholder for tekst 9">
            <a:extLst>
              <a:ext uri="{FF2B5EF4-FFF2-40B4-BE49-F238E27FC236}">
                <a16:creationId xmlns:a16="http://schemas.microsoft.com/office/drawing/2014/main" id="{7B181E55-BA4E-41F3-878C-77EB660DC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0956" y="3924491"/>
            <a:ext cx="1125487" cy="38399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000" i="1"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Bilde 11">
            <a:extLst>
              <a:ext uri="{FF2B5EF4-FFF2-40B4-BE49-F238E27FC236}">
                <a16:creationId xmlns:a16="http://schemas.microsoft.com/office/drawing/2014/main" id="{1A6D3BBD-497E-444D-8817-667147E479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97" y="360045"/>
            <a:ext cx="425197" cy="425197"/>
          </a:xfrm>
          <a:prstGeom prst="rect">
            <a:avLst/>
          </a:prstGeom>
        </p:spPr>
      </p:pic>
      <p:sp>
        <p:nvSpPr>
          <p:cNvPr id="10" name="TekstSylinder 9">
            <a:extLst>
              <a:ext uri="{FF2B5EF4-FFF2-40B4-BE49-F238E27FC236}">
                <a16:creationId xmlns:a16="http://schemas.microsoft.com/office/drawing/2014/main" id="{A2DCEEDE-996F-4F53-AA53-892FCAE5A1F3}"/>
              </a:ext>
            </a:extLst>
          </p:cNvPr>
          <p:cNvSpPr txBox="1"/>
          <p:nvPr userDrawn="1"/>
        </p:nvSpPr>
        <p:spPr>
          <a:xfrm>
            <a:off x="1706837" y="424417"/>
            <a:ext cx="411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Det matematisk-naturvitenskapelige fakultet</a:t>
            </a: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E6B1FFA4-DB8A-453A-866D-42BEE933553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312070" y="512362"/>
            <a:ext cx="439200" cy="136098"/>
            <a:chOff x="699" y="-168"/>
            <a:chExt cx="810" cy="251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0E559E31-041D-4610-A582-C8215B7875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164"/>
              <a:ext cx="109" cy="111"/>
            </a:xfrm>
            <a:custGeom>
              <a:avLst/>
              <a:gdLst>
                <a:gd name="T0" fmla="*/ 52 w 53"/>
                <a:gd name="T1" fmla="*/ 2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52 w 53"/>
                <a:gd name="T11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0"/>
                  </a:moveTo>
                  <a:cubicBezTo>
                    <a:pt x="53" y="22"/>
                    <a:pt x="53" y="24"/>
                    <a:pt x="53" y="26"/>
                  </a:cubicBez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9" y="0"/>
                    <a:pt x="50" y="8"/>
                    <a:pt x="52" y="20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DFF11FF-8985-45B8-87AD-4F75F97CF5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30"/>
              <a:ext cx="109" cy="111"/>
            </a:xfrm>
            <a:custGeom>
              <a:avLst/>
              <a:gdLst>
                <a:gd name="T0" fmla="*/ 52 w 53"/>
                <a:gd name="T1" fmla="*/ 21 h 53"/>
                <a:gd name="T2" fmla="*/ 53 w 53"/>
                <a:gd name="T3" fmla="*/ 27 h 53"/>
                <a:gd name="T4" fmla="*/ 26 w 53"/>
                <a:gd name="T5" fmla="*/ 53 h 53"/>
                <a:gd name="T6" fmla="*/ 0 w 53"/>
                <a:gd name="T7" fmla="*/ 27 h 53"/>
                <a:gd name="T8" fmla="*/ 26 w 53"/>
                <a:gd name="T9" fmla="*/ 0 h 53"/>
                <a:gd name="T10" fmla="*/ 52 w 53"/>
                <a:gd name="T1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1"/>
                  </a:moveTo>
                  <a:cubicBezTo>
                    <a:pt x="53" y="23"/>
                    <a:pt x="53" y="25"/>
                    <a:pt x="53" y="27"/>
                  </a:cubicBezTo>
                  <a:cubicBezTo>
                    <a:pt x="53" y="42"/>
                    <a:pt x="41" y="53"/>
                    <a:pt x="26" y="53"/>
                  </a:cubicBezTo>
                  <a:cubicBezTo>
                    <a:pt x="12" y="53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39" y="0"/>
                    <a:pt x="50" y="9"/>
                    <a:pt x="52" y="21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99177C8-B844-4593-8A4D-6028B89B0D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" y="-164"/>
              <a:ext cx="243" cy="247"/>
            </a:xfrm>
            <a:custGeom>
              <a:avLst/>
              <a:gdLst>
                <a:gd name="T0" fmla="*/ 105 w 118"/>
                <a:gd name="T1" fmla="*/ 75 h 118"/>
                <a:gd name="T2" fmla="*/ 102 w 118"/>
                <a:gd name="T3" fmla="*/ 95 h 118"/>
                <a:gd name="T4" fmla="*/ 93 w 118"/>
                <a:gd name="T5" fmla="*/ 108 h 118"/>
                <a:gd name="T6" fmla="*/ 79 w 118"/>
                <a:gd name="T7" fmla="*/ 115 h 118"/>
                <a:gd name="T8" fmla="*/ 59 w 118"/>
                <a:gd name="T9" fmla="*/ 118 h 118"/>
                <a:gd name="T10" fmla="*/ 40 w 118"/>
                <a:gd name="T11" fmla="*/ 115 h 118"/>
                <a:gd name="T12" fmla="*/ 26 w 118"/>
                <a:gd name="T13" fmla="*/ 108 h 118"/>
                <a:gd name="T14" fmla="*/ 17 w 118"/>
                <a:gd name="T15" fmla="*/ 95 h 118"/>
                <a:gd name="T16" fmla="*/ 13 w 118"/>
                <a:gd name="T17" fmla="*/ 76 h 118"/>
                <a:gd name="T18" fmla="*/ 13 w 118"/>
                <a:gd name="T19" fmla="*/ 8 h 118"/>
                <a:gd name="T20" fmla="*/ 0 w 118"/>
                <a:gd name="T21" fmla="*/ 5 h 118"/>
                <a:gd name="T22" fmla="*/ 0 w 118"/>
                <a:gd name="T23" fmla="*/ 0 h 118"/>
                <a:gd name="T24" fmla="*/ 41 w 118"/>
                <a:gd name="T25" fmla="*/ 0 h 118"/>
                <a:gd name="T26" fmla="*/ 41 w 118"/>
                <a:gd name="T27" fmla="*/ 5 h 118"/>
                <a:gd name="T28" fmla="*/ 28 w 118"/>
                <a:gd name="T29" fmla="*/ 8 h 118"/>
                <a:gd name="T30" fmla="*/ 28 w 118"/>
                <a:gd name="T31" fmla="*/ 81 h 118"/>
                <a:gd name="T32" fmla="*/ 36 w 118"/>
                <a:gd name="T33" fmla="*/ 103 h 118"/>
                <a:gd name="T34" fmla="*/ 62 w 118"/>
                <a:gd name="T35" fmla="*/ 111 h 118"/>
                <a:gd name="T36" fmla="*/ 87 w 118"/>
                <a:gd name="T37" fmla="*/ 103 h 118"/>
                <a:gd name="T38" fmla="*/ 95 w 118"/>
                <a:gd name="T39" fmla="*/ 77 h 118"/>
                <a:gd name="T40" fmla="*/ 95 w 118"/>
                <a:gd name="T41" fmla="*/ 8 h 118"/>
                <a:gd name="T42" fmla="*/ 82 w 118"/>
                <a:gd name="T43" fmla="*/ 5 h 118"/>
                <a:gd name="T44" fmla="*/ 82 w 118"/>
                <a:gd name="T45" fmla="*/ 0 h 118"/>
                <a:gd name="T46" fmla="*/ 118 w 118"/>
                <a:gd name="T47" fmla="*/ 0 h 118"/>
                <a:gd name="T48" fmla="*/ 118 w 118"/>
                <a:gd name="T49" fmla="*/ 5 h 118"/>
                <a:gd name="T50" fmla="*/ 105 w 118"/>
                <a:gd name="T51" fmla="*/ 8 h 118"/>
                <a:gd name="T52" fmla="*/ 105 w 118"/>
                <a:gd name="T53" fmla="*/ 7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8" h="118">
                  <a:moveTo>
                    <a:pt x="105" y="75"/>
                  </a:moveTo>
                  <a:cubicBezTo>
                    <a:pt x="105" y="82"/>
                    <a:pt x="104" y="89"/>
                    <a:pt x="102" y="95"/>
                  </a:cubicBezTo>
                  <a:cubicBezTo>
                    <a:pt x="100" y="100"/>
                    <a:pt x="97" y="105"/>
                    <a:pt x="93" y="108"/>
                  </a:cubicBezTo>
                  <a:cubicBezTo>
                    <a:pt x="90" y="111"/>
                    <a:pt x="85" y="114"/>
                    <a:pt x="79" y="115"/>
                  </a:cubicBezTo>
                  <a:cubicBezTo>
                    <a:pt x="73" y="117"/>
                    <a:pt x="66" y="118"/>
                    <a:pt x="59" y="118"/>
                  </a:cubicBezTo>
                  <a:cubicBezTo>
                    <a:pt x="52" y="118"/>
                    <a:pt x="46" y="117"/>
                    <a:pt x="40" y="115"/>
                  </a:cubicBezTo>
                  <a:cubicBezTo>
                    <a:pt x="35" y="114"/>
                    <a:pt x="30" y="112"/>
                    <a:pt x="26" y="108"/>
                  </a:cubicBezTo>
                  <a:cubicBezTo>
                    <a:pt x="22" y="105"/>
                    <a:pt x="19" y="101"/>
                    <a:pt x="17" y="95"/>
                  </a:cubicBezTo>
                  <a:cubicBezTo>
                    <a:pt x="14" y="90"/>
                    <a:pt x="13" y="84"/>
                    <a:pt x="13" y="76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91"/>
                    <a:pt x="31" y="98"/>
                    <a:pt x="36" y="103"/>
                  </a:cubicBezTo>
                  <a:cubicBezTo>
                    <a:pt x="42" y="108"/>
                    <a:pt x="51" y="111"/>
                    <a:pt x="62" y="111"/>
                  </a:cubicBezTo>
                  <a:cubicBezTo>
                    <a:pt x="73" y="111"/>
                    <a:pt x="82" y="108"/>
                    <a:pt x="87" y="103"/>
                  </a:cubicBezTo>
                  <a:cubicBezTo>
                    <a:pt x="92" y="97"/>
                    <a:pt x="95" y="89"/>
                    <a:pt x="95" y="77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5"/>
                    <a:pt x="118" y="5"/>
                    <a:pt x="118" y="5"/>
                  </a:cubicBezTo>
                  <a:cubicBezTo>
                    <a:pt x="105" y="8"/>
                    <a:pt x="105" y="8"/>
                    <a:pt x="105" y="8"/>
                  </a:cubicBezTo>
                  <a:lnTo>
                    <a:pt x="105" y="7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C206DB3E-7E5A-4118-A58E-D28E6B6BEE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4" y="-99"/>
              <a:ext cx="80" cy="178"/>
            </a:xfrm>
            <a:custGeom>
              <a:avLst/>
              <a:gdLst>
                <a:gd name="T0" fmla="*/ 52 w 80"/>
                <a:gd name="T1" fmla="*/ 29 h 178"/>
                <a:gd name="T2" fmla="*/ 52 w 80"/>
                <a:gd name="T3" fmla="*/ 161 h 178"/>
                <a:gd name="T4" fmla="*/ 80 w 80"/>
                <a:gd name="T5" fmla="*/ 167 h 178"/>
                <a:gd name="T6" fmla="*/ 80 w 80"/>
                <a:gd name="T7" fmla="*/ 178 h 178"/>
                <a:gd name="T8" fmla="*/ 0 w 80"/>
                <a:gd name="T9" fmla="*/ 178 h 178"/>
                <a:gd name="T10" fmla="*/ 0 w 80"/>
                <a:gd name="T11" fmla="*/ 167 h 178"/>
                <a:gd name="T12" fmla="*/ 27 w 80"/>
                <a:gd name="T13" fmla="*/ 161 h 178"/>
                <a:gd name="T14" fmla="*/ 27 w 80"/>
                <a:gd name="T15" fmla="*/ 25 h 178"/>
                <a:gd name="T16" fmla="*/ 0 w 80"/>
                <a:gd name="T17" fmla="*/ 15 h 178"/>
                <a:gd name="T18" fmla="*/ 0 w 80"/>
                <a:gd name="T19" fmla="*/ 11 h 178"/>
                <a:gd name="T20" fmla="*/ 52 w 80"/>
                <a:gd name="T21" fmla="*/ 0 h 178"/>
                <a:gd name="T22" fmla="*/ 54 w 80"/>
                <a:gd name="T23" fmla="*/ 2 h 178"/>
                <a:gd name="T24" fmla="*/ 52 w 80"/>
                <a:gd name="T25" fmla="*/ 29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178">
                  <a:moveTo>
                    <a:pt x="52" y="29"/>
                  </a:moveTo>
                  <a:lnTo>
                    <a:pt x="52" y="161"/>
                  </a:lnTo>
                  <a:lnTo>
                    <a:pt x="80" y="167"/>
                  </a:lnTo>
                  <a:lnTo>
                    <a:pt x="80" y="178"/>
                  </a:lnTo>
                  <a:lnTo>
                    <a:pt x="0" y="178"/>
                  </a:lnTo>
                  <a:lnTo>
                    <a:pt x="0" y="167"/>
                  </a:lnTo>
                  <a:lnTo>
                    <a:pt x="27" y="161"/>
                  </a:lnTo>
                  <a:lnTo>
                    <a:pt x="27" y="25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52" y="0"/>
                  </a:lnTo>
                  <a:lnTo>
                    <a:pt x="54" y="2"/>
                  </a:lnTo>
                  <a:lnTo>
                    <a:pt x="52" y="2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BBAE402C-300B-4295-A825-9A43E9C92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5" y="-168"/>
              <a:ext cx="222" cy="251"/>
            </a:xfrm>
            <a:custGeom>
              <a:avLst/>
              <a:gdLst>
                <a:gd name="T0" fmla="*/ 94 w 108"/>
                <a:gd name="T1" fmla="*/ 104 h 120"/>
                <a:gd name="T2" fmla="*/ 53 w 108"/>
                <a:gd name="T3" fmla="*/ 120 h 120"/>
                <a:gd name="T4" fmla="*/ 14 w 108"/>
                <a:gd name="T5" fmla="*/ 105 h 120"/>
                <a:gd name="T6" fmla="*/ 0 w 108"/>
                <a:gd name="T7" fmla="*/ 61 h 120"/>
                <a:gd name="T8" fmla="*/ 4 w 108"/>
                <a:gd name="T9" fmla="*/ 35 h 120"/>
                <a:gd name="T10" fmla="*/ 15 w 108"/>
                <a:gd name="T11" fmla="*/ 16 h 120"/>
                <a:gd name="T12" fmla="*/ 32 w 108"/>
                <a:gd name="T13" fmla="*/ 4 h 120"/>
                <a:gd name="T14" fmla="*/ 54 w 108"/>
                <a:gd name="T15" fmla="*/ 0 h 120"/>
                <a:gd name="T16" fmla="*/ 77 w 108"/>
                <a:gd name="T17" fmla="*/ 4 h 120"/>
                <a:gd name="T18" fmla="*/ 94 w 108"/>
                <a:gd name="T19" fmla="*/ 16 h 120"/>
                <a:gd name="T20" fmla="*/ 104 w 108"/>
                <a:gd name="T21" fmla="*/ 34 h 120"/>
                <a:gd name="T22" fmla="*/ 108 w 108"/>
                <a:gd name="T23" fmla="*/ 60 h 120"/>
                <a:gd name="T24" fmla="*/ 94 w 108"/>
                <a:gd name="T25" fmla="*/ 104 h 120"/>
                <a:gd name="T26" fmla="*/ 82 w 108"/>
                <a:gd name="T27" fmla="*/ 20 h 120"/>
                <a:gd name="T28" fmla="*/ 54 w 108"/>
                <a:gd name="T29" fmla="*/ 7 h 120"/>
                <a:gd name="T30" fmla="*/ 26 w 108"/>
                <a:gd name="T31" fmla="*/ 20 h 120"/>
                <a:gd name="T32" fmla="*/ 16 w 108"/>
                <a:gd name="T33" fmla="*/ 60 h 120"/>
                <a:gd name="T34" fmla="*/ 26 w 108"/>
                <a:gd name="T35" fmla="*/ 100 h 120"/>
                <a:gd name="T36" fmla="*/ 54 w 108"/>
                <a:gd name="T37" fmla="*/ 113 h 120"/>
                <a:gd name="T38" fmla="*/ 82 w 108"/>
                <a:gd name="T39" fmla="*/ 100 h 120"/>
                <a:gd name="T40" fmla="*/ 92 w 108"/>
                <a:gd name="T41" fmla="*/ 61 h 120"/>
                <a:gd name="T42" fmla="*/ 82 w 108"/>
                <a:gd name="T43" fmla="*/ 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8" h="120">
                  <a:moveTo>
                    <a:pt x="94" y="104"/>
                  </a:moveTo>
                  <a:cubicBezTo>
                    <a:pt x="84" y="115"/>
                    <a:pt x="71" y="120"/>
                    <a:pt x="53" y="120"/>
                  </a:cubicBezTo>
                  <a:cubicBezTo>
                    <a:pt x="36" y="120"/>
                    <a:pt x="23" y="115"/>
                    <a:pt x="14" y="105"/>
                  </a:cubicBezTo>
                  <a:cubicBezTo>
                    <a:pt x="5" y="95"/>
                    <a:pt x="0" y="80"/>
                    <a:pt x="0" y="61"/>
                  </a:cubicBezTo>
                  <a:cubicBezTo>
                    <a:pt x="0" y="51"/>
                    <a:pt x="1" y="42"/>
                    <a:pt x="4" y="35"/>
                  </a:cubicBezTo>
                  <a:cubicBezTo>
                    <a:pt x="6" y="27"/>
                    <a:pt x="10" y="21"/>
                    <a:pt x="15" y="16"/>
                  </a:cubicBezTo>
                  <a:cubicBezTo>
                    <a:pt x="19" y="11"/>
                    <a:pt x="25" y="7"/>
                    <a:pt x="32" y="4"/>
                  </a:cubicBezTo>
                  <a:cubicBezTo>
                    <a:pt x="39" y="2"/>
                    <a:pt x="46" y="0"/>
                    <a:pt x="54" y="0"/>
                  </a:cubicBezTo>
                  <a:cubicBezTo>
                    <a:pt x="63" y="0"/>
                    <a:pt x="70" y="2"/>
                    <a:pt x="77" y="4"/>
                  </a:cubicBezTo>
                  <a:cubicBezTo>
                    <a:pt x="84" y="7"/>
                    <a:pt x="89" y="11"/>
                    <a:pt x="94" y="16"/>
                  </a:cubicBezTo>
                  <a:cubicBezTo>
                    <a:pt x="98" y="21"/>
                    <a:pt x="102" y="27"/>
                    <a:pt x="104" y="34"/>
                  </a:cubicBezTo>
                  <a:cubicBezTo>
                    <a:pt x="107" y="41"/>
                    <a:pt x="108" y="50"/>
                    <a:pt x="108" y="60"/>
                  </a:cubicBezTo>
                  <a:cubicBezTo>
                    <a:pt x="108" y="79"/>
                    <a:pt x="103" y="94"/>
                    <a:pt x="94" y="104"/>
                  </a:cubicBezTo>
                  <a:close/>
                  <a:moveTo>
                    <a:pt x="82" y="20"/>
                  </a:moveTo>
                  <a:cubicBezTo>
                    <a:pt x="75" y="12"/>
                    <a:pt x="66" y="7"/>
                    <a:pt x="54" y="7"/>
                  </a:cubicBezTo>
                  <a:cubicBezTo>
                    <a:pt x="42" y="7"/>
                    <a:pt x="33" y="12"/>
                    <a:pt x="26" y="20"/>
                  </a:cubicBezTo>
                  <a:cubicBezTo>
                    <a:pt x="19" y="28"/>
                    <a:pt x="16" y="42"/>
                    <a:pt x="16" y="60"/>
                  </a:cubicBezTo>
                  <a:cubicBezTo>
                    <a:pt x="16" y="78"/>
                    <a:pt x="19" y="91"/>
                    <a:pt x="26" y="100"/>
                  </a:cubicBezTo>
                  <a:cubicBezTo>
                    <a:pt x="32" y="108"/>
                    <a:pt x="42" y="113"/>
                    <a:pt x="54" y="113"/>
                  </a:cubicBezTo>
                  <a:cubicBezTo>
                    <a:pt x="66" y="113"/>
                    <a:pt x="75" y="109"/>
                    <a:pt x="82" y="100"/>
                  </a:cubicBezTo>
                  <a:cubicBezTo>
                    <a:pt x="89" y="92"/>
                    <a:pt x="92" y="78"/>
                    <a:pt x="92" y="61"/>
                  </a:cubicBezTo>
                  <a:cubicBezTo>
                    <a:pt x="92" y="42"/>
                    <a:pt x="89" y="29"/>
                    <a:pt x="82" y="2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7BBA4532-2A30-40BC-97E0-29A2E60C63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7" y="-166"/>
              <a:ext cx="35" cy="36"/>
            </a:xfrm>
            <a:custGeom>
              <a:avLst/>
              <a:gdLst>
                <a:gd name="T0" fmla="*/ 0 w 17"/>
                <a:gd name="T1" fmla="*/ 8 h 17"/>
                <a:gd name="T2" fmla="*/ 2 w 17"/>
                <a:gd name="T3" fmla="*/ 14 h 17"/>
                <a:gd name="T4" fmla="*/ 8 w 17"/>
                <a:gd name="T5" fmla="*/ 17 h 17"/>
                <a:gd name="T6" fmla="*/ 14 w 17"/>
                <a:gd name="T7" fmla="*/ 14 h 17"/>
                <a:gd name="T8" fmla="*/ 17 w 17"/>
                <a:gd name="T9" fmla="*/ 8 h 17"/>
                <a:gd name="T10" fmla="*/ 14 w 17"/>
                <a:gd name="T11" fmla="*/ 2 h 17"/>
                <a:gd name="T12" fmla="*/ 8 w 17"/>
                <a:gd name="T13" fmla="*/ 0 h 17"/>
                <a:gd name="T14" fmla="*/ 2 w 17"/>
                <a:gd name="T15" fmla="*/ 2 h 17"/>
                <a:gd name="T16" fmla="*/ 0 w 17"/>
                <a:gd name="T17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0" y="8"/>
                  </a:moveTo>
                  <a:cubicBezTo>
                    <a:pt x="0" y="11"/>
                    <a:pt x="1" y="13"/>
                    <a:pt x="2" y="14"/>
                  </a:cubicBezTo>
                  <a:cubicBezTo>
                    <a:pt x="4" y="16"/>
                    <a:pt x="6" y="17"/>
                    <a:pt x="8" y="17"/>
                  </a:cubicBezTo>
                  <a:cubicBezTo>
                    <a:pt x="11" y="17"/>
                    <a:pt x="13" y="16"/>
                    <a:pt x="14" y="14"/>
                  </a:cubicBezTo>
                  <a:cubicBezTo>
                    <a:pt x="16" y="13"/>
                    <a:pt x="17" y="11"/>
                    <a:pt x="17" y="8"/>
                  </a:cubicBezTo>
                  <a:cubicBezTo>
                    <a:pt x="17" y="6"/>
                    <a:pt x="16" y="4"/>
                    <a:pt x="14" y="2"/>
                  </a:cubicBezTo>
                  <a:cubicBezTo>
                    <a:pt x="13" y="0"/>
                    <a:pt x="11" y="0"/>
                    <a:pt x="8" y="0"/>
                  </a:cubicBezTo>
                  <a:cubicBezTo>
                    <a:pt x="6" y="0"/>
                    <a:pt x="4" y="0"/>
                    <a:pt x="2" y="2"/>
                  </a:cubicBezTo>
                  <a:cubicBezTo>
                    <a:pt x="1" y="4"/>
                    <a:pt x="0" y="6"/>
                    <a:pt x="0" y="8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</p:grpSp>
    </p:spTree>
    <p:extLst>
      <p:ext uri="{BB962C8B-B14F-4D97-AF65-F5344CB8AC3E}">
        <p14:creationId xmlns:p14="http://schemas.microsoft.com/office/powerpoint/2010/main" val="306698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>
            <a:extLst>
              <a:ext uri="{FF2B5EF4-FFF2-40B4-BE49-F238E27FC236}">
                <a16:creationId xmlns:a16="http://schemas.microsoft.com/office/drawing/2014/main" id="{06258D59-7168-4E0B-A9D6-8E1FF9EA5B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181856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290970" y="1410933"/>
            <a:ext cx="6562060" cy="1261884"/>
          </a:xfrm>
        </p:spPr>
        <p:txBody>
          <a:bodyPr wrap="square" anchor="ctr">
            <a:spAutoFit/>
          </a:bodyPr>
          <a:lstStyle>
            <a:lvl1pPr algn="ctr">
              <a:defRPr sz="4100">
                <a:solidFill>
                  <a:schemeClr val="l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69831B6B-6892-4E24-A66F-0CE8685A2D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44847" y="4515703"/>
            <a:ext cx="425197" cy="425197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DA88C679-3A11-42E0-9A8B-D596C63A662C}"/>
              </a:ext>
            </a:extLst>
          </p:cNvPr>
          <p:cNvSpPr txBox="1"/>
          <p:nvPr userDrawn="1"/>
        </p:nvSpPr>
        <p:spPr>
          <a:xfrm>
            <a:off x="3177587" y="4583354"/>
            <a:ext cx="411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Det matematisk-naturvitenskapelige fakultet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1F52A8C7-01D7-48B7-A36C-B219C7E0197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782820" y="4667043"/>
            <a:ext cx="439200" cy="136098"/>
            <a:chOff x="699" y="-168"/>
            <a:chExt cx="810" cy="251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391352-4D48-412C-8465-D30BD6C55E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164"/>
              <a:ext cx="109" cy="111"/>
            </a:xfrm>
            <a:custGeom>
              <a:avLst/>
              <a:gdLst>
                <a:gd name="T0" fmla="*/ 52 w 53"/>
                <a:gd name="T1" fmla="*/ 2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52 w 53"/>
                <a:gd name="T11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0"/>
                  </a:moveTo>
                  <a:cubicBezTo>
                    <a:pt x="53" y="22"/>
                    <a:pt x="53" y="24"/>
                    <a:pt x="53" y="26"/>
                  </a:cubicBez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9" y="0"/>
                    <a:pt x="50" y="8"/>
                    <a:pt x="52" y="20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9855DE-927D-4973-BC42-270C92843B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30"/>
              <a:ext cx="109" cy="111"/>
            </a:xfrm>
            <a:custGeom>
              <a:avLst/>
              <a:gdLst>
                <a:gd name="T0" fmla="*/ 52 w 53"/>
                <a:gd name="T1" fmla="*/ 21 h 53"/>
                <a:gd name="T2" fmla="*/ 53 w 53"/>
                <a:gd name="T3" fmla="*/ 27 h 53"/>
                <a:gd name="T4" fmla="*/ 26 w 53"/>
                <a:gd name="T5" fmla="*/ 53 h 53"/>
                <a:gd name="T6" fmla="*/ 0 w 53"/>
                <a:gd name="T7" fmla="*/ 27 h 53"/>
                <a:gd name="T8" fmla="*/ 26 w 53"/>
                <a:gd name="T9" fmla="*/ 0 h 53"/>
                <a:gd name="T10" fmla="*/ 52 w 53"/>
                <a:gd name="T1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1"/>
                  </a:moveTo>
                  <a:cubicBezTo>
                    <a:pt x="53" y="23"/>
                    <a:pt x="53" y="25"/>
                    <a:pt x="53" y="27"/>
                  </a:cubicBezTo>
                  <a:cubicBezTo>
                    <a:pt x="53" y="42"/>
                    <a:pt x="41" y="53"/>
                    <a:pt x="26" y="53"/>
                  </a:cubicBezTo>
                  <a:cubicBezTo>
                    <a:pt x="12" y="53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39" y="0"/>
                    <a:pt x="50" y="9"/>
                    <a:pt x="52" y="21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5A2B59B8-7CF6-4668-ABCB-F4A7DD75CE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" y="-164"/>
              <a:ext cx="243" cy="247"/>
            </a:xfrm>
            <a:custGeom>
              <a:avLst/>
              <a:gdLst>
                <a:gd name="T0" fmla="*/ 105 w 118"/>
                <a:gd name="T1" fmla="*/ 75 h 118"/>
                <a:gd name="T2" fmla="*/ 102 w 118"/>
                <a:gd name="T3" fmla="*/ 95 h 118"/>
                <a:gd name="T4" fmla="*/ 93 w 118"/>
                <a:gd name="T5" fmla="*/ 108 h 118"/>
                <a:gd name="T6" fmla="*/ 79 w 118"/>
                <a:gd name="T7" fmla="*/ 115 h 118"/>
                <a:gd name="T8" fmla="*/ 59 w 118"/>
                <a:gd name="T9" fmla="*/ 118 h 118"/>
                <a:gd name="T10" fmla="*/ 40 w 118"/>
                <a:gd name="T11" fmla="*/ 115 h 118"/>
                <a:gd name="T12" fmla="*/ 26 w 118"/>
                <a:gd name="T13" fmla="*/ 108 h 118"/>
                <a:gd name="T14" fmla="*/ 17 w 118"/>
                <a:gd name="T15" fmla="*/ 95 h 118"/>
                <a:gd name="T16" fmla="*/ 13 w 118"/>
                <a:gd name="T17" fmla="*/ 76 h 118"/>
                <a:gd name="T18" fmla="*/ 13 w 118"/>
                <a:gd name="T19" fmla="*/ 8 h 118"/>
                <a:gd name="T20" fmla="*/ 0 w 118"/>
                <a:gd name="T21" fmla="*/ 5 h 118"/>
                <a:gd name="T22" fmla="*/ 0 w 118"/>
                <a:gd name="T23" fmla="*/ 0 h 118"/>
                <a:gd name="T24" fmla="*/ 41 w 118"/>
                <a:gd name="T25" fmla="*/ 0 h 118"/>
                <a:gd name="T26" fmla="*/ 41 w 118"/>
                <a:gd name="T27" fmla="*/ 5 h 118"/>
                <a:gd name="T28" fmla="*/ 28 w 118"/>
                <a:gd name="T29" fmla="*/ 8 h 118"/>
                <a:gd name="T30" fmla="*/ 28 w 118"/>
                <a:gd name="T31" fmla="*/ 81 h 118"/>
                <a:gd name="T32" fmla="*/ 36 w 118"/>
                <a:gd name="T33" fmla="*/ 103 h 118"/>
                <a:gd name="T34" fmla="*/ 62 w 118"/>
                <a:gd name="T35" fmla="*/ 111 h 118"/>
                <a:gd name="T36" fmla="*/ 87 w 118"/>
                <a:gd name="T37" fmla="*/ 103 h 118"/>
                <a:gd name="T38" fmla="*/ 95 w 118"/>
                <a:gd name="T39" fmla="*/ 77 h 118"/>
                <a:gd name="T40" fmla="*/ 95 w 118"/>
                <a:gd name="T41" fmla="*/ 8 h 118"/>
                <a:gd name="T42" fmla="*/ 82 w 118"/>
                <a:gd name="T43" fmla="*/ 5 h 118"/>
                <a:gd name="T44" fmla="*/ 82 w 118"/>
                <a:gd name="T45" fmla="*/ 0 h 118"/>
                <a:gd name="T46" fmla="*/ 118 w 118"/>
                <a:gd name="T47" fmla="*/ 0 h 118"/>
                <a:gd name="T48" fmla="*/ 118 w 118"/>
                <a:gd name="T49" fmla="*/ 5 h 118"/>
                <a:gd name="T50" fmla="*/ 105 w 118"/>
                <a:gd name="T51" fmla="*/ 8 h 118"/>
                <a:gd name="T52" fmla="*/ 105 w 118"/>
                <a:gd name="T53" fmla="*/ 7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8" h="118">
                  <a:moveTo>
                    <a:pt x="105" y="75"/>
                  </a:moveTo>
                  <a:cubicBezTo>
                    <a:pt x="105" y="82"/>
                    <a:pt x="104" y="89"/>
                    <a:pt x="102" y="95"/>
                  </a:cubicBezTo>
                  <a:cubicBezTo>
                    <a:pt x="100" y="100"/>
                    <a:pt x="97" y="105"/>
                    <a:pt x="93" y="108"/>
                  </a:cubicBezTo>
                  <a:cubicBezTo>
                    <a:pt x="90" y="111"/>
                    <a:pt x="85" y="114"/>
                    <a:pt x="79" y="115"/>
                  </a:cubicBezTo>
                  <a:cubicBezTo>
                    <a:pt x="73" y="117"/>
                    <a:pt x="66" y="118"/>
                    <a:pt x="59" y="118"/>
                  </a:cubicBezTo>
                  <a:cubicBezTo>
                    <a:pt x="52" y="118"/>
                    <a:pt x="46" y="117"/>
                    <a:pt x="40" y="115"/>
                  </a:cubicBezTo>
                  <a:cubicBezTo>
                    <a:pt x="35" y="114"/>
                    <a:pt x="30" y="112"/>
                    <a:pt x="26" y="108"/>
                  </a:cubicBezTo>
                  <a:cubicBezTo>
                    <a:pt x="22" y="105"/>
                    <a:pt x="19" y="101"/>
                    <a:pt x="17" y="95"/>
                  </a:cubicBezTo>
                  <a:cubicBezTo>
                    <a:pt x="14" y="90"/>
                    <a:pt x="13" y="84"/>
                    <a:pt x="13" y="76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91"/>
                    <a:pt x="31" y="98"/>
                    <a:pt x="36" y="103"/>
                  </a:cubicBezTo>
                  <a:cubicBezTo>
                    <a:pt x="42" y="108"/>
                    <a:pt x="51" y="111"/>
                    <a:pt x="62" y="111"/>
                  </a:cubicBezTo>
                  <a:cubicBezTo>
                    <a:pt x="73" y="111"/>
                    <a:pt x="82" y="108"/>
                    <a:pt x="87" y="103"/>
                  </a:cubicBezTo>
                  <a:cubicBezTo>
                    <a:pt x="92" y="97"/>
                    <a:pt x="95" y="89"/>
                    <a:pt x="95" y="77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5"/>
                    <a:pt x="118" y="5"/>
                    <a:pt x="118" y="5"/>
                  </a:cubicBezTo>
                  <a:cubicBezTo>
                    <a:pt x="105" y="8"/>
                    <a:pt x="105" y="8"/>
                    <a:pt x="105" y="8"/>
                  </a:cubicBezTo>
                  <a:lnTo>
                    <a:pt x="105" y="7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4FD7DF4-3E30-4B20-A43D-1A4F8E872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4" y="-99"/>
              <a:ext cx="80" cy="178"/>
            </a:xfrm>
            <a:custGeom>
              <a:avLst/>
              <a:gdLst>
                <a:gd name="T0" fmla="*/ 52 w 80"/>
                <a:gd name="T1" fmla="*/ 29 h 178"/>
                <a:gd name="T2" fmla="*/ 52 w 80"/>
                <a:gd name="T3" fmla="*/ 161 h 178"/>
                <a:gd name="T4" fmla="*/ 80 w 80"/>
                <a:gd name="T5" fmla="*/ 167 h 178"/>
                <a:gd name="T6" fmla="*/ 80 w 80"/>
                <a:gd name="T7" fmla="*/ 178 h 178"/>
                <a:gd name="T8" fmla="*/ 0 w 80"/>
                <a:gd name="T9" fmla="*/ 178 h 178"/>
                <a:gd name="T10" fmla="*/ 0 w 80"/>
                <a:gd name="T11" fmla="*/ 167 h 178"/>
                <a:gd name="T12" fmla="*/ 27 w 80"/>
                <a:gd name="T13" fmla="*/ 161 h 178"/>
                <a:gd name="T14" fmla="*/ 27 w 80"/>
                <a:gd name="T15" fmla="*/ 25 h 178"/>
                <a:gd name="T16" fmla="*/ 0 w 80"/>
                <a:gd name="T17" fmla="*/ 15 h 178"/>
                <a:gd name="T18" fmla="*/ 0 w 80"/>
                <a:gd name="T19" fmla="*/ 11 h 178"/>
                <a:gd name="T20" fmla="*/ 52 w 80"/>
                <a:gd name="T21" fmla="*/ 0 h 178"/>
                <a:gd name="T22" fmla="*/ 54 w 80"/>
                <a:gd name="T23" fmla="*/ 2 h 178"/>
                <a:gd name="T24" fmla="*/ 52 w 80"/>
                <a:gd name="T25" fmla="*/ 29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178">
                  <a:moveTo>
                    <a:pt x="52" y="29"/>
                  </a:moveTo>
                  <a:lnTo>
                    <a:pt x="52" y="161"/>
                  </a:lnTo>
                  <a:lnTo>
                    <a:pt x="80" y="167"/>
                  </a:lnTo>
                  <a:lnTo>
                    <a:pt x="80" y="178"/>
                  </a:lnTo>
                  <a:lnTo>
                    <a:pt x="0" y="178"/>
                  </a:lnTo>
                  <a:lnTo>
                    <a:pt x="0" y="167"/>
                  </a:lnTo>
                  <a:lnTo>
                    <a:pt x="27" y="161"/>
                  </a:lnTo>
                  <a:lnTo>
                    <a:pt x="27" y="25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52" y="0"/>
                  </a:lnTo>
                  <a:lnTo>
                    <a:pt x="54" y="2"/>
                  </a:lnTo>
                  <a:lnTo>
                    <a:pt x="52" y="2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A64B77F7-76E3-463F-986A-ED33F912AC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5" y="-168"/>
              <a:ext cx="222" cy="251"/>
            </a:xfrm>
            <a:custGeom>
              <a:avLst/>
              <a:gdLst>
                <a:gd name="T0" fmla="*/ 94 w 108"/>
                <a:gd name="T1" fmla="*/ 104 h 120"/>
                <a:gd name="T2" fmla="*/ 53 w 108"/>
                <a:gd name="T3" fmla="*/ 120 h 120"/>
                <a:gd name="T4" fmla="*/ 14 w 108"/>
                <a:gd name="T5" fmla="*/ 105 h 120"/>
                <a:gd name="T6" fmla="*/ 0 w 108"/>
                <a:gd name="T7" fmla="*/ 61 h 120"/>
                <a:gd name="T8" fmla="*/ 4 w 108"/>
                <a:gd name="T9" fmla="*/ 35 h 120"/>
                <a:gd name="T10" fmla="*/ 15 w 108"/>
                <a:gd name="T11" fmla="*/ 16 h 120"/>
                <a:gd name="T12" fmla="*/ 32 w 108"/>
                <a:gd name="T13" fmla="*/ 4 h 120"/>
                <a:gd name="T14" fmla="*/ 54 w 108"/>
                <a:gd name="T15" fmla="*/ 0 h 120"/>
                <a:gd name="T16" fmla="*/ 77 w 108"/>
                <a:gd name="T17" fmla="*/ 4 h 120"/>
                <a:gd name="T18" fmla="*/ 94 w 108"/>
                <a:gd name="T19" fmla="*/ 16 h 120"/>
                <a:gd name="T20" fmla="*/ 104 w 108"/>
                <a:gd name="T21" fmla="*/ 34 h 120"/>
                <a:gd name="T22" fmla="*/ 108 w 108"/>
                <a:gd name="T23" fmla="*/ 60 h 120"/>
                <a:gd name="T24" fmla="*/ 94 w 108"/>
                <a:gd name="T25" fmla="*/ 104 h 120"/>
                <a:gd name="T26" fmla="*/ 82 w 108"/>
                <a:gd name="T27" fmla="*/ 20 h 120"/>
                <a:gd name="T28" fmla="*/ 54 w 108"/>
                <a:gd name="T29" fmla="*/ 7 h 120"/>
                <a:gd name="T30" fmla="*/ 26 w 108"/>
                <a:gd name="T31" fmla="*/ 20 h 120"/>
                <a:gd name="T32" fmla="*/ 16 w 108"/>
                <a:gd name="T33" fmla="*/ 60 h 120"/>
                <a:gd name="T34" fmla="*/ 26 w 108"/>
                <a:gd name="T35" fmla="*/ 100 h 120"/>
                <a:gd name="T36" fmla="*/ 54 w 108"/>
                <a:gd name="T37" fmla="*/ 113 h 120"/>
                <a:gd name="T38" fmla="*/ 82 w 108"/>
                <a:gd name="T39" fmla="*/ 100 h 120"/>
                <a:gd name="T40" fmla="*/ 92 w 108"/>
                <a:gd name="T41" fmla="*/ 61 h 120"/>
                <a:gd name="T42" fmla="*/ 82 w 108"/>
                <a:gd name="T43" fmla="*/ 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8" h="120">
                  <a:moveTo>
                    <a:pt x="94" y="104"/>
                  </a:moveTo>
                  <a:cubicBezTo>
                    <a:pt x="84" y="115"/>
                    <a:pt x="71" y="120"/>
                    <a:pt x="53" y="120"/>
                  </a:cubicBezTo>
                  <a:cubicBezTo>
                    <a:pt x="36" y="120"/>
                    <a:pt x="23" y="115"/>
                    <a:pt x="14" y="105"/>
                  </a:cubicBezTo>
                  <a:cubicBezTo>
                    <a:pt x="5" y="95"/>
                    <a:pt x="0" y="80"/>
                    <a:pt x="0" y="61"/>
                  </a:cubicBezTo>
                  <a:cubicBezTo>
                    <a:pt x="0" y="51"/>
                    <a:pt x="1" y="42"/>
                    <a:pt x="4" y="35"/>
                  </a:cubicBezTo>
                  <a:cubicBezTo>
                    <a:pt x="6" y="27"/>
                    <a:pt x="10" y="21"/>
                    <a:pt x="15" y="16"/>
                  </a:cubicBezTo>
                  <a:cubicBezTo>
                    <a:pt x="19" y="11"/>
                    <a:pt x="25" y="7"/>
                    <a:pt x="32" y="4"/>
                  </a:cubicBezTo>
                  <a:cubicBezTo>
                    <a:pt x="39" y="2"/>
                    <a:pt x="46" y="0"/>
                    <a:pt x="54" y="0"/>
                  </a:cubicBezTo>
                  <a:cubicBezTo>
                    <a:pt x="63" y="0"/>
                    <a:pt x="70" y="2"/>
                    <a:pt x="77" y="4"/>
                  </a:cubicBezTo>
                  <a:cubicBezTo>
                    <a:pt x="84" y="7"/>
                    <a:pt x="89" y="11"/>
                    <a:pt x="94" y="16"/>
                  </a:cubicBezTo>
                  <a:cubicBezTo>
                    <a:pt x="98" y="21"/>
                    <a:pt x="102" y="27"/>
                    <a:pt x="104" y="34"/>
                  </a:cubicBezTo>
                  <a:cubicBezTo>
                    <a:pt x="107" y="41"/>
                    <a:pt x="108" y="50"/>
                    <a:pt x="108" y="60"/>
                  </a:cubicBezTo>
                  <a:cubicBezTo>
                    <a:pt x="108" y="79"/>
                    <a:pt x="103" y="94"/>
                    <a:pt x="94" y="104"/>
                  </a:cubicBezTo>
                  <a:close/>
                  <a:moveTo>
                    <a:pt x="82" y="20"/>
                  </a:moveTo>
                  <a:cubicBezTo>
                    <a:pt x="75" y="12"/>
                    <a:pt x="66" y="7"/>
                    <a:pt x="54" y="7"/>
                  </a:cubicBezTo>
                  <a:cubicBezTo>
                    <a:pt x="42" y="7"/>
                    <a:pt x="33" y="12"/>
                    <a:pt x="26" y="20"/>
                  </a:cubicBezTo>
                  <a:cubicBezTo>
                    <a:pt x="19" y="28"/>
                    <a:pt x="16" y="42"/>
                    <a:pt x="16" y="60"/>
                  </a:cubicBezTo>
                  <a:cubicBezTo>
                    <a:pt x="16" y="78"/>
                    <a:pt x="19" y="91"/>
                    <a:pt x="26" y="100"/>
                  </a:cubicBezTo>
                  <a:cubicBezTo>
                    <a:pt x="32" y="108"/>
                    <a:pt x="42" y="113"/>
                    <a:pt x="54" y="113"/>
                  </a:cubicBezTo>
                  <a:cubicBezTo>
                    <a:pt x="66" y="113"/>
                    <a:pt x="75" y="109"/>
                    <a:pt x="82" y="100"/>
                  </a:cubicBezTo>
                  <a:cubicBezTo>
                    <a:pt x="89" y="92"/>
                    <a:pt x="92" y="78"/>
                    <a:pt x="92" y="61"/>
                  </a:cubicBezTo>
                  <a:cubicBezTo>
                    <a:pt x="92" y="42"/>
                    <a:pt x="89" y="29"/>
                    <a:pt x="82" y="2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D03E1DA-EBA2-4340-99A1-0AAE7C931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7" y="-166"/>
              <a:ext cx="35" cy="36"/>
            </a:xfrm>
            <a:custGeom>
              <a:avLst/>
              <a:gdLst>
                <a:gd name="T0" fmla="*/ 0 w 17"/>
                <a:gd name="T1" fmla="*/ 8 h 17"/>
                <a:gd name="T2" fmla="*/ 2 w 17"/>
                <a:gd name="T3" fmla="*/ 14 h 17"/>
                <a:gd name="T4" fmla="*/ 8 w 17"/>
                <a:gd name="T5" fmla="*/ 17 h 17"/>
                <a:gd name="T6" fmla="*/ 14 w 17"/>
                <a:gd name="T7" fmla="*/ 14 h 17"/>
                <a:gd name="T8" fmla="*/ 17 w 17"/>
                <a:gd name="T9" fmla="*/ 8 h 17"/>
                <a:gd name="T10" fmla="*/ 14 w 17"/>
                <a:gd name="T11" fmla="*/ 2 h 17"/>
                <a:gd name="T12" fmla="*/ 8 w 17"/>
                <a:gd name="T13" fmla="*/ 0 h 17"/>
                <a:gd name="T14" fmla="*/ 2 w 17"/>
                <a:gd name="T15" fmla="*/ 2 h 17"/>
                <a:gd name="T16" fmla="*/ 0 w 17"/>
                <a:gd name="T17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0" y="8"/>
                  </a:moveTo>
                  <a:cubicBezTo>
                    <a:pt x="0" y="11"/>
                    <a:pt x="1" y="13"/>
                    <a:pt x="2" y="14"/>
                  </a:cubicBezTo>
                  <a:cubicBezTo>
                    <a:pt x="4" y="16"/>
                    <a:pt x="6" y="17"/>
                    <a:pt x="8" y="17"/>
                  </a:cubicBezTo>
                  <a:cubicBezTo>
                    <a:pt x="11" y="17"/>
                    <a:pt x="13" y="16"/>
                    <a:pt x="14" y="14"/>
                  </a:cubicBezTo>
                  <a:cubicBezTo>
                    <a:pt x="16" y="13"/>
                    <a:pt x="17" y="11"/>
                    <a:pt x="17" y="8"/>
                  </a:cubicBezTo>
                  <a:cubicBezTo>
                    <a:pt x="17" y="6"/>
                    <a:pt x="16" y="4"/>
                    <a:pt x="14" y="2"/>
                  </a:cubicBezTo>
                  <a:cubicBezTo>
                    <a:pt x="13" y="0"/>
                    <a:pt x="11" y="0"/>
                    <a:pt x="8" y="0"/>
                  </a:cubicBezTo>
                  <a:cubicBezTo>
                    <a:pt x="6" y="0"/>
                    <a:pt x="4" y="0"/>
                    <a:pt x="2" y="2"/>
                  </a:cubicBezTo>
                  <a:cubicBezTo>
                    <a:pt x="1" y="4"/>
                    <a:pt x="0" y="6"/>
                    <a:pt x="0" y="8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</p:grpSp>
    </p:spTree>
    <p:extLst>
      <p:ext uri="{BB962C8B-B14F-4D97-AF65-F5344CB8AC3E}">
        <p14:creationId xmlns:p14="http://schemas.microsoft.com/office/powerpoint/2010/main" val="195209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innholdsdeler med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0EAB2FC4-B0AF-47B9-889E-B3D3131125B4}"/>
              </a:ext>
            </a:extLst>
          </p:cNvPr>
          <p:cNvSpPr/>
          <p:nvPr userDrawn="1"/>
        </p:nvSpPr>
        <p:spPr>
          <a:xfrm>
            <a:off x="0" y="905435"/>
            <a:ext cx="9144000" cy="4239653"/>
          </a:xfrm>
          <a:prstGeom prst="rect">
            <a:avLst/>
          </a:prstGeom>
          <a:solidFill>
            <a:srgbClr val="F5F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576072" y="1182827"/>
            <a:ext cx="3600450" cy="215444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51F3-9B16-40C6-B209-3688FC9C95F6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C0A3205A-B931-4541-A0D3-BE1AA7A8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cxnSp>
        <p:nvCxnSpPr>
          <p:cNvPr id="13" name="Rett linje 12">
            <a:extLst>
              <a:ext uri="{FF2B5EF4-FFF2-40B4-BE49-F238E27FC236}">
                <a16:creationId xmlns:a16="http://schemas.microsoft.com/office/drawing/2014/main" id="{DFAD5ACB-59BB-4888-BC7A-DDBA47C2AC07}"/>
              </a:ext>
            </a:extLst>
          </p:cNvPr>
          <p:cNvCxnSpPr/>
          <p:nvPr userDrawn="1"/>
        </p:nvCxnSpPr>
        <p:spPr>
          <a:xfrm>
            <a:off x="4572000" y="1800225"/>
            <a:ext cx="0" cy="2736342"/>
          </a:xfrm>
          <a:prstGeom prst="line">
            <a:avLst/>
          </a:prstGeom>
          <a:ln w="12700">
            <a:solidFill>
              <a:srgbClr val="C7C1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E0A86587-8C70-4A7E-BC3D-1C081336190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967479" y="1196893"/>
            <a:ext cx="3600450" cy="215444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546ECE5E-F8BE-4003-985D-ACB125166B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76072" y="1764222"/>
            <a:ext cx="3600450" cy="27363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FCAAB143-56E5-4980-95CB-926D5CE2E50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67479" y="1778288"/>
            <a:ext cx="3600450" cy="27363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114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51F3-9B16-40C6-B209-3688FC9C95F6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255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8" name="Plassholder for bilde 7">
            <a:extLst>
              <a:ext uri="{FF2B5EF4-FFF2-40B4-BE49-F238E27FC236}">
                <a16:creationId xmlns:a16="http://schemas.microsoft.com/office/drawing/2014/main" id="{BE9E5DBC-1B8D-4A0A-BE15-FE75497EC9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6074" y="1144943"/>
            <a:ext cx="2502313" cy="1782223"/>
          </a:xfrm>
          <a:prstGeom prst="rect">
            <a:avLst/>
          </a:prstGeom>
        </p:spPr>
        <p:txBody>
          <a:bodyPr lIns="0" tIns="360000" rIns="0" bIns="0" anchor="t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B547A535-64C8-47BA-A0EF-C549CE5A7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4" y="2973972"/>
            <a:ext cx="2502313" cy="1782223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Plassholder for bilde 7">
            <a:extLst>
              <a:ext uri="{FF2B5EF4-FFF2-40B4-BE49-F238E27FC236}">
                <a16:creationId xmlns:a16="http://schemas.microsoft.com/office/drawing/2014/main" id="{CD8D1D19-E2BC-466E-8814-43BE87BC13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32392" y="1144943"/>
            <a:ext cx="1782223" cy="1782223"/>
          </a:xfrm>
          <a:prstGeom prst="rect">
            <a:avLst/>
          </a:prstGeom>
        </p:spPr>
        <p:txBody>
          <a:bodyPr lIns="0" tIns="360000" rIns="0" bIns="0" anchor="t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1" name="Plassholder for tekst 8">
            <a:extLst>
              <a:ext uri="{FF2B5EF4-FFF2-40B4-BE49-F238E27FC236}">
                <a16:creationId xmlns:a16="http://schemas.microsoft.com/office/drawing/2014/main" id="{07738B89-F2C1-41B7-92EF-E139FA97D3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61420" y="1144943"/>
            <a:ext cx="1782223" cy="1782223"/>
          </a:xfrm>
          <a:prstGeom prst="rect">
            <a:avLst/>
          </a:prstGeom>
          <a:solidFill>
            <a:schemeClr val="dk1"/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lassholder for bilde 7">
            <a:extLst>
              <a:ext uri="{FF2B5EF4-FFF2-40B4-BE49-F238E27FC236}">
                <a16:creationId xmlns:a16="http://schemas.microsoft.com/office/drawing/2014/main" id="{0DD46E06-C6D2-4C10-BCA4-5D9757C3326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90448" y="1144943"/>
            <a:ext cx="1782223" cy="1782223"/>
          </a:xfrm>
          <a:prstGeom prst="rect">
            <a:avLst/>
          </a:prstGeom>
        </p:spPr>
        <p:txBody>
          <a:bodyPr lIns="0" tIns="360000" rIns="0" bIns="0" anchor="t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3" name="Plassholder for bilde 7">
            <a:extLst>
              <a:ext uri="{FF2B5EF4-FFF2-40B4-BE49-F238E27FC236}">
                <a16:creationId xmlns:a16="http://schemas.microsoft.com/office/drawing/2014/main" id="{D4494FC2-94A2-40B6-9782-976365B1D3F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32392" y="2973971"/>
            <a:ext cx="3611251" cy="1782223"/>
          </a:xfrm>
          <a:prstGeom prst="rect">
            <a:avLst/>
          </a:prstGeom>
        </p:spPr>
        <p:txBody>
          <a:bodyPr lIns="0" tIns="360000" rIns="0" bIns="0" anchor="t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4" name="Plassholder for tekst 8">
            <a:extLst>
              <a:ext uri="{FF2B5EF4-FFF2-40B4-BE49-F238E27FC236}">
                <a16:creationId xmlns:a16="http://schemas.microsoft.com/office/drawing/2014/main" id="{BD395384-2AA4-43C2-BA8A-F89CC7A4EA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90448" y="2973970"/>
            <a:ext cx="1782223" cy="1782223"/>
          </a:xfrm>
          <a:prstGeom prst="rect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lassholder for dato 14">
            <a:extLst>
              <a:ext uri="{FF2B5EF4-FFF2-40B4-BE49-F238E27FC236}">
                <a16:creationId xmlns:a16="http://schemas.microsoft.com/office/drawing/2014/main" id="{1A23FB33-0C5E-433C-A6D7-C7CFF1937B2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983651F3-9B16-40C6-B209-3688FC9C95F6}" type="datetimeFigureOut">
              <a:rPr lang="nb-NO" smtClean="0"/>
              <a:pPr/>
              <a:t>12.11.2019</a:t>
            </a:fld>
            <a:endParaRPr lang="nb-NO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6FB1711-42FB-43A1-B5CC-7DF4096BB6B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6CDFAB3E-FFBD-435E-867C-6F512F1938A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5607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ktabok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7612E60-73D6-4E03-A75B-7B60A12C2020}"/>
              </a:ext>
            </a:extLst>
          </p:cNvPr>
          <p:cNvSpPr/>
          <p:nvPr userDrawn="1"/>
        </p:nvSpPr>
        <p:spPr>
          <a:xfrm>
            <a:off x="0" y="1"/>
            <a:ext cx="9144000" cy="514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983651F3-9B16-40C6-B209-3688FC9C95F6}" type="datetimeFigureOut">
              <a:rPr lang="nb-NO" smtClean="0"/>
              <a:pPr/>
              <a:t>12.11.2019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5280AE57-5149-4270-B50A-0515503F5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0270" y="1368171"/>
            <a:ext cx="1476000" cy="1476000"/>
          </a:xfrm>
          <a:prstGeom prst="ellipse">
            <a:avLst/>
          </a:prstGeom>
          <a:solidFill>
            <a:schemeClr val="lt1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9" name="Rett linje 8">
            <a:extLst>
              <a:ext uri="{FF2B5EF4-FFF2-40B4-BE49-F238E27FC236}">
                <a16:creationId xmlns:a16="http://schemas.microsoft.com/office/drawing/2014/main" id="{A1B0674C-4CBD-4F5B-B1E6-8439D0BF7885}"/>
              </a:ext>
            </a:extLst>
          </p:cNvPr>
          <p:cNvCxnSpPr/>
          <p:nvPr userDrawn="1"/>
        </p:nvCxnSpPr>
        <p:spPr>
          <a:xfrm>
            <a:off x="4374547" y="792099"/>
            <a:ext cx="360045" cy="0"/>
          </a:xfrm>
          <a:prstGeom prst="line">
            <a:avLst/>
          </a:prstGeom>
          <a:ln w="12700">
            <a:solidFill>
              <a:schemeClr val="l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lassholder for tekst 6">
            <a:extLst>
              <a:ext uri="{FF2B5EF4-FFF2-40B4-BE49-F238E27FC236}">
                <a16:creationId xmlns:a16="http://schemas.microsoft.com/office/drawing/2014/main" id="{1F14E1A4-E3DE-4BED-8514-C42A8BC81D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34000" y="1368171"/>
            <a:ext cx="1476000" cy="1476000"/>
          </a:xfrm>
          <a:prstGeom prst="ellipse">
            <a:avLst/>
          </a:prstGeom>
          <a:solidFill>
            <a:schemeClr val="lt1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E44EF5B2-5E6A-41CC-91F9-7BEF8B2EF3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07730" y="1368171"/>
            <a:ext cx="1476000" cy="1476000"/>
          </a:xfrm>
          <a:prstGeom prst="ellipse">
            <a:avLst/>
          </a:prstGeom>
          <a:solidFill>
            <a:schemeClr val="lt1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2A9AA01A-7EA8-48B1-B72A-C38F2F418E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25693" y="2952369"/>
            <a:ext cx="1476000" cy="1476000"/>
          </a:xfrm>
          <a:prstGeom prst="ellipse">
            <a:avLst/>
          </a:prstGeom>
          <a:solidFill>
            <a:schemeClr val="lt1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lassholder for tekst 6">
            <a:extLst>
              <a:ext uri="{FF2B5EF4-FFF2-40B4-BE49-F238E27FC236}">
                <a16:creationId xmlns:a16="http://schemas.microsoft.com/office/drawing/2014/main" id="{4B802FF4-92EA-42A7-BF43-5990B12890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99423" y="2952369"/>
            <a:ext cx="1476000" cy="1476000"/>
          </a:xfrm>
          <a:prstGeom prst="ellipse">
            <a:avLst/>
          </a:prstGeom>
          <a:solidFill>
            <a:schemeClr val="lt1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lassholder for tekst 6">
            <a:extLst>
              <a:ext uri="{FF2B5EF4-FFF2-40B4-BE49-F238E27FC236}">
                <a16:creationId xmlns:a16="http://schemas.microsoft.com/office/drawing/2014/main" id="{DAA5AE86-50F7-49C1-8D68-1C0A97319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3153" y="2952369"/>
            <a:ext cx="1476000" cy="1476000"/>
          </a:xfrm>
          <a:prstGeom prst="ellipse">
            <a:avLst/>
          </a:prstGeom>
          <a:solidFill>
            <a:schemeClr val="lt1"/>
          </a:solidFill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09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e faktabok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5230A4C1-3971-481E-8696-7BACB511007D}"/>
              </a:ext>
            </a:extLst>
          </p:cNvPr>
          <p:cNvSpPr/>
          <p:nvPr userDrawn="1"/>
        </p:nvSpPr>
        <p:spPr>
          <a:xfrm>
            <a:off x="0" y="1"/>
            <a:ext cx="9144000" cy="5145088"/>
          </a:xfrm>
          <a:prstGeom prst="rect">
            <a:avLst/>
          </a:prstGeom>
          <a:solidFill>
            <a:srgbClr val="CCCB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983651F3-9B16-40C6-B209-3688FC9C95F6}" type="datetimeFigureOut">
              <a:rPr lang="nb-NO" smtClean="0"/>
              <a:pPr/>
              <a:t>12.11.2019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5280AE57-5149-4270-B50A-0515503F5820}"/>
              </a:ext>
            </a:extLst>
          </p:cNvPr>
          <p:cNvSpPr>
            <a:spLocks noGrp="1" noChangeAspect="1"/>
          </p:cNvSpPr>
          <p:nvPr>
            <p:ph type="body" sz="quarter" idx="13"/>
          </p:nvPr>
        </p:nvSpPr>
        <p:spPr>
          <a:xfrm>
            <a:off x="1296162" y="1656207"/>
            <a:ext cx="1908000" cy="1908000"/>
          </a:xfrm>
          <a:prstGeom prst="ellipse">
            <a:avLst/>
          </a:prstGeom>
          <a:solidFill>
            <a:schemeClr val="lt1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Char char="​"/>
              <a:defRPr sz="10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lassholder for tekst 6">
            <a:extLst>
              <a:ext uri="{FF2B5EF4-FFF2-40B4-BE49-F238E27FC236}">
                <a16:creationId xmlns:a16="http://schemas.microsoft.com/office/drawing/2014/main" id="{3C78C568-6550-42F2-AC83-DF36B9D86A68}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>
          <a:xfrm>
            <a:off x="3618000" y="1656207"/>
            <a:ext cx="1908000" cy="1908000"/>
          </a:xfrm>
          <a:prstGeom prst="ellipse">
            <a:avLst/>
          </a:prstGeom>
          <a:solidFill>
            <a:schemeClr val="lt1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Char char="​"/>
              <a:defRPr sz="10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D52A1348-F70D-4977-ABF0-B088B61478C8}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>
          <a:xfrm>
            <a:off x="5939838" y="1656207"/>
            <a:ext cx="1908000" cy="1908000"/>
          </a:xfrm>
          <a:prstGeom prst="ellipse">
            <a:avLst/>
          </a:prstGeom>
          <a:solidFill>
            <a:schemeClr val="lt1"/>
          </a:solidFill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12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Char char="​"/>
              <a:defRPr sz="10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1907FAE4-AE58-4689-84EB-3770B2E581C5}"/>
              </a:ext>
            </a:extLst>
          </p:cNvPr>
          <p:cNvCxnSpPr/>
          <p:nvPr userDrawn="1"/>
        </p:nvCxnSpPr>
        <p:spPr>
          <a:xfrm>
            <a:off x="4374547" y="792099"/>
            <a:ext cx="3600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338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576073" y="1440180"/>
            <a:ext cx="3780473" cy="30603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718302" y="1440180"/>
            <a:ext cx="3780473" cy="30603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51F3-9B16-40C6-B209-3688FC9C95F6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327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576072" y="1440180"/>
            <a:ext cx="3780473" cy="215444"/>
          </a:xfrm>
        </p:spPr>
        <p:txBody>
          <a:bodyPr anchor="t">
            <a:normAutofit/>
          </a:bodyPr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576072" y="1655624"/>
            <a:ext cx="3780473" cy="28449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718302" y="1440180"/>
            <a:ext cx="3780473" cy="215444"/>
          </a:xfrm>
        </p:spPr>
        <p:txBody>
          <a:bodyPr anchor="t">
            <a:normAutofit/>
          </a:bodyPr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718302" y="1655624"/>
            <a:ext cx="3780473" cy="28449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51F3-9B16-40C6-B209-3688FC9C95F6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C0A3205A-B931-4541-A0D3-BE1AA7A8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4663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51F3-9B16-40C6-B209-3688FC9C95F6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047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651F3-9B16-40C6-B209-3688FC9C95F6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3840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ktangel 17">
            <a:extLst>
              <a:ext uri="{FF2B5EF4-FFF2-40B4-BE49-F238E27FC236}">
                <a16:creationId xmlns:a16="http://schemas.microsoft.com/office/drawing/2014/main" id="{7ED4FAE7-FE04-470F-A322-C6BD7F0DD75D}"/>
              </a:ext>
            </a:extLst>
          </p:cNvPr>
          <p:cNvSpPr/>
          <p:nvPr userDrawn="1"/>
        </p:nvSpPr>
        <p:spPr>
          <a:xfrm>
            <a:off x="0" y="1121728"/>
            <a:ext cx="9144000" cy="4023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143000" y="1810875"/>
            <a:ext cx="6858000" cy="987362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chemeClr val="l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143000" y="2848487"/>
            <a:ext cx="6858000" cy="589476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chemeClr val="l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35627A1A-62D2-42A8-ACC3-ED6BFFA3BB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97" y="360045"/>
            <a:ext cx="425197" cy="425197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CBC08FEA-29FA-4633-9EE6-4D5DF453B752}"/>
              </a:ext>
            </a:extLst>
          </p:cNvPr>
          <p:cNvSpPr txBox="1"/>
          <p:nvPr userDrawn="1"/>
        </p:nvSpPr>
        <p:spPr>
          <a:xfrm>
            <a:off x="1706837" y="424417"/>
            <a:ext cx="411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b="1"/>
              <a:t>Det matematisk-naturvitenskapelige fakultet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A78B141A-E1F9-4B6B-AB06-A43A9B333B6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312070" y="512362"/>
            <a:ext cx="439200" cy="136098"/>
            <a:chOff x="699" y="-168"/>
            <a:chExt cx="810" cy="251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B3F472EC-14D5-4FFE-9D7A-766A00F7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164"/>
              <a:ext cx="109" cy="111"/>
            </a:xfrm>
            <a:custGeom>
              <a:avLst/>
              <a:gdLst>
                <a:gd name="T0" fmla="*/ 52 w 53"/>
                <a:gd name="T1" fmla="*/ 20 h 53"/>
                <a:gd name="T2" fmla="*/ 53 w 53"/>
                <a:gd name="T3" fmla="*/ 26 h 53"/>
                <a:gd name="T4" fmla="*/ 26 w 53"/>
                <a:gd name="T5" fmla="*/ 53 h 53"/>
                <a:gd name="T6" fmla="*/ 0 w 53"/>
                <a:gd name="T7" fmla="*/ 26 h 53"/>
                <a:gd name="T8" fmla="*/ 26 w 53"/>
                <a:gd name="T9" fmla="*/ 0 h 53"/>
                <a:gd name="T10" fmla="*/ 52 w 53"/>
                <a:gd name="T11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0"/>
                  </a:moveTo>
                  <a:cubicBezTo>
                    <a:pt x="53" y="22"/>
                    <a:pt x="53" y="24"/>
                    <a:pt x="53" y="26"/>
                  </a:cubicBez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9" y="0"/>
                    <a:pt x="50" y="8"/>
                    <a:pt x="52" y="20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60137B8-8336-444A-8450-141A9D3377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0" y="-30"/>
              <a:ext cx="109" cy="111"/>
            </a:xfrm>
            <a:custGeom>
              <a:avLst/>
              <a:gdLst>
                <a:gd name="T0" fmla="*/ 52 w 53"/>
                <a:gd name="T1" fmla="*/ 21 h 53"/>
                <a:gd name="T2" fmla="*/ 53 w 53"/>
                <a:gd name="T3" fmla="*/ 27 h 53"/>
                <a:gd name="T4" fmla="*/ 26 w 53"/>
                <a:gd name="T5" fmla="*/ 53 h 53"/>
                <a:gd name="T6" fmla="*/ 0 w 53"/>
                <a:gd name="T7" fmla="*/ 27 h 53"/>
                <a:gd name="T8" fmla="*/ 26 w 53"/>
                <a:gd name="T9" fmla="*/ 0 h 53"/>
                <a:gd name="T10" fmla="*/ 52 w 53"/>
                <a:gd name="T1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3">
                  <a:moveTo>
                    <a:pt x="52" y="21"/>
                  </a:moveTo>
                  <a:cubicBezTo>
                    <a:pt x="53" y="23"/>
                    <a:pt x="53" y="25"/>
                    <a:pt x="53" y="27"/>
                  </a:cubicBezTo>
                  <a:cubicBezTo>
                    <a:pt x="53" y="42"/>
                    <a:pt x="41" y="53"/>
                    <a:pt x="26" y="53"/>
                  </a:cubicBezTo>
                  <a:cubicBezTo>
                    <a:pt x="12" y="53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39" y="0"/>
                    <a:pt x="50" y="9"/>
                    <a:pt x="52" y="21"/>
                  </a:cubicBezTo>
                  <a:close/>
                </a:path>
              </a:pathLst>
            </a:custGeom>
            <a:solidFill>
              <a:srgbClr val="ED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65B1F1AD-9372-40BA-B71A-E501F11B84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" y="-164"/>
              <a:ext cx="243" cy="247"/>
            </a:xfrm>
            <a:custGeom>
              <a:avLst/>
              <a:gdLst>
                <a:gd name="T0" fmla="*/ 105 w 118"/>
                <a:gd name="T1" fmla="*/ 75 h 118"/>
                <a:gd name="T2" fmla="*/ 102 w 118"/>
                <a:gd name="T3" fmla="*/ 95 h 118"/>
                <a:gd name="T4" fmla="*/ 93 w 118"/>
                <a:gd name="T5" fmla="*/ 108 h 118"/>
                <a:gd name="T6" fmla="*/ 79 w 118"/>
                <a:gd name="T7" fmla="*/ 115 h 118"/>
                <a:gd name="T8" fmla="*/ 59 w 118"/>
                <a:gd name="T9" fmla="*/ 118 h 118"/>
                <a:gd name="T10" fmla="*/ 40 w 118"/>
                <a:gd name="T11" fmla="*/ 115 h 118"/>
                <a:gd name="T12" fmla="*/ 26 w 118"/>
                <a:gd name="T13" fmla="*/ 108 h 118"/>
                <a:gd name="T14" fmla="*/ 17 w 118"/>
                <a:gd name="T15" fmla="*/ 95 h 118"/>
                <a:gd name="T16" fmla="*/ 13 w 118"/>
                <a:gd name="T17" fmla="*/ 76 h 118"/>
                <a:gd name="T18" fmla="*/ 13 w 118"/>
                <a:gd name="T19" fmla="*/ 8 h 118"/>
                <a:gd name="T20" fmla="*/ 0 w 118"/>
                <a:gd name="T21" fmla="*/ 5 h 118"/>
                <a:gd name="T22" fmla="*/ 0 w 118"/>
                <a:gd name="T23" fmla="*/ 0 h 118"/>
                <a:gd name="T24" fmla="*/ 41 w 118"/>
                <a:gd name="T25" fmla="*/ 0 h 118"/>
                <a:gd name="T26" fmla="*/ 41 w 118"/>
                <a:gd name="T27" fmla="*/ 5 h 118"/>
                <a:gd name="T28" fmla="*/ 28 w 118"/>
                <a:gd name="T29" fmla="*/ 8 h 118"/>
                <a:gd name="T30" fmla="*/ 28 w 118"/>
                <a:gd name="T31" fmla="*/ 81 h 118"/>
                <a:gd name="T32" fmla="*/ 36 w 118"/>
                <a:gd name="T33" fmla="*/ 103 h 118"/>
                <a:gd name="T34" fmla="*/ 62 w 118"/>
                <a:gd name="T35" fmla="*/ 111 h 118"/>
                <a:gd name="T36" fmla="*/ 87 w 118"/>
                <a:gd name="T37" fmla="*/ 103 h 118"/>
                <a:gd name="T38" fmla="*/ 95 w 118"/>
                <a:gd name="T39" fmla="*/ 77 h 118"/>
                <a:gd name="T40" fmla="*/ 95 w 118"/>
                <a:gd name="T41" fmla="*/ 8 h 118"/>
                <a:gd name="T42" fmla="*/ 82 w 118"/>
                <a:gd name="T43" fmla="*/ 5 h 118"/>
                <a:gd name="T44" fmla="*/ 82 w 118"/>
                <a:gd name="T45" fmla="*/ 0 h 118"/>
                <a:gd name="T46" fmla="*/ 118 w 118"/>
                <a:gd name="T47" fmla="*/ 0 h 118"/>
                <a:gd name="T48" fmla="*/ 118 w 118"/>
                <a:gd name="T49" fmla="*/ 5 h 118"/>
                <a:gd name="T50" fmla="*/ 105 w 118"/>
                <a:gd name="T51" fmla="*/ 8 h 118"/>
                <a:gd name="T52" fmla="*/ 105 w 118"/>
                <a:gd name="T53" fmla="*/ 7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8" h="118">
                  <a:moveTo>
                    <a:pt x="105" y="75"/>
                  </a:moveTo>
                  <a:cubicBezTo>
                    <a:pt x="105" y="82"/>
                    <a:pt x="104" y="89"/>
                    <a:pt x="102" y="95"/>
                  </a:cubicBezTo>
                  <a:cubicBezTo>
                    <a:pt x="100" y="100"/>
                    <a:pt x="97" y="105"/>
                    <a:pt x="93" y="108"/>
                  </a:cubicBezTo>
                  <a:cubicBezTo>
                    <a:pt x="90" y="111"/>
                    <a:pt x="85" y="114"/>
                    <a:pt x="79" y="115"/>
                  </a:cubicBezTo>
                  <a:cubicBezTo>
                    <a:pt x="73" y="117"/>
                    <a:pt x="66" y="118"/>
                    <a:pt x="59" y="118"/>
                  </a:cubicBezTo>
                  <a:cubicBezTo>
                    <a:pt x="52" y="118"/>
                    <a:pt x="46" y="117"/>
                    <a:pt x="40" y="115"/>
                  </a:cubicBezTo>
                  <a:cubicBezTo>
                    <a:pt x="35" y="114"/>
                    <a:pt x="30" y="112"/>
                    <a:pt x="26" y="108"/>
                  </a:cubicBezTo>
                  <a:cubicBezTo>
                    <a:pt x="22" y="105"/>
                    <a:pt x="19" y="101"/>
                    <a:pt x="17" y="95"/>
                  </a:cubicBezTo>
                  <a:cubicBezTo>
                    <a:pt x="14" y="90"/>
                    <a:pt x="13" y="84"/>
                    <a:pt x="13" y="76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91"/>
                    <a:pt x="31" y="98"/>
                    <a:pt x="36" y="103"/>
                  </a:cubicBezTo>
                  <a:cubicBezTo>
                    <a:pt x="42" y="108"/>
                    <a:pt x="51" y="111"/>
                    <a:pt x="62" y="111"/>
                  </a:cubicBezTo>
                  <a:cubicBezTo>
                    <a:pt x="73" y="111"/>
                    <a:pt x="82" y="108"/>
                    <a:pt x="87" y="103"/>
                  </a:cubicBezTo>
                  <a:cubicBezTo>
                    <a:pt x="92" y="97"/>
                    <a:pt x="95" y="89"/>
                    <a:pt x="95" y="77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5"/>
                    <a:pt x="118" y="5"/>
                    <a:pt x="118" y="5"/>
                  </a:cubicBezTo>
                  <a:cubicBezTo>
                    <a:pt x="105" y="8"/>
                    <a:pt x="105" y="8"/>
                    <a:pt x="105" y="8"/>
                  </a:cubicBezTo>
                  <a:lnTo>
                    <a:pt x="105" y="7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0F9CDD28-40F9-4656-8D6C-8B93880DF9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4" y="-99"/>
              <a:ext cx="80" cy="178"/>
            </a:xfrm>
            <a:custGeom>
              <a:avLst/>
              <a:gdLst>
                <a:gd name="T0" fmla="*/ 52 w 80"/>
                <a:gd name="T1" fmla="*/ 29 h 178"/>
                <a:gd name="T2" fmla="*/ 52 w 80"/>
                <a:gd name="T3" fmla="*/ 161 h 178"/>
                <a:gd name="T4" fmla="*/ 80 w 80"/>
                <a:gd name="T5" fmla="*/ 167 h 178"/>
                <a:gd name="T6" fmla="*/ 80 w 80"/>
                <a:gd name="T7" fmla="*/ 178 h 178"/>
                <a:gd name="T8" fmla="*/ 0 w 80"/>
                <a:gd name="T9" fmla="*/ 178 h 178"/>
                <a:gd name="T10" fmla="*/ 0 w 80"/>
                <a:gd name="T11" fmla="*/ 167 h 178"/>
                <a:gd name="T12" fmla="*/ 27 w 80"/>
                <a:gd name="T13" fmla="*/ 161 h 178"/>
                <a:gd name="T14" fmla="*/ 27 w 80"/>
                <a:gd name="T15" fmla="*/ 25 h 178"/>
                <a:gd name="T16" fmla="*/ 0 w 80"/>
                <a:gd name="T17" fmla="*/ 15 h 178"/>
                <a:gd name="T18" fmla="*/ 0 w 80"/>
                <a:gd name="T19" fmla="*/ 11 h 178"/>
                <a:gd name="T20" fmla="*/ 52 w 80"/>
                <a:gd name="T21" fmla="*/ 0 h 178"/>
                <a:gd name="T22" fmla="*/ 54 w 80"/>
                <a:gd name="T23" fmla="*/ 2 h 178"/>
                <a:gd name="T24" fmla="*/ 52 w 80"/>
                <a:gd name="T25" fmla="*/ 29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178">
                  <a:moveTo>
                    <a:pt x="52" y="29"/>
                  </a:moveTo>
                  <a:lnTo>
                    <a:pt x="52" y="161"/>
                  </a:lnTo>
                  <a:lnTo>
                    <a:pt x="80" y="167"/>
                  </a:lnTo>
                  <a:lnTo>
                    <a:pt x="80" y="178"/>
                  </a:lnTo>
                  <a:lnTo>
                    <a:pt x="0" y="178"/>
                  </a:lnTo>
                  <a:lnTo>
                    <a:pt x="0" y="167"/>
                  </a:lnTo>
                  <a:lnTo>
                    <a:pt x="27" y="161"/>
                  </a:lnTo>
                  <a:lnTo>
                    <a:pt x="27" y="25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52" y="0"/>
                  </a:lnTo>
                  <a:lnTo>
                    <a:pt x="54" y="2"/>
                  </a:lnTo>
                  <a:lnTo>
                    <a:pt x="52" y="29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50472E25-ADE3-410A-85EF-F10FB0955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5" y="-168"/>
              <a:ext cx="222" cy="251"/>
            </a:xfrm>
            <a:custGeom>
              <a:avLst/>
              <a:gdLst>
                <a:gd name="T0" fmla="*/ 94 w 108"/>
                <a:gd name="T1" fmla="*/ 104 h 120"/>
                <a:gd name="T2" fmla="*/ 53 w 108"/>
                <a:gd name="T3" fmla="*/ 120 h 120"/>
                <a:gd name="T4" fmla="*/ 14 w 108"/>
                <a:gd name="T5" fmla="*/ 105 h 120"/>
                <a:gd name="T6" fmla="*/ 0 w 108"/>
                <a:gd name="T7" fmla="*/ 61 h 120"/>
                <a:gd name="T8" fmla="*/ 4 w 108"/>
                <a:gd name="T9" fmla="*/ 35 h 120"/>
                <a:gd name="T10" fmla="*/ 15 w 108"/>
                <a:gd name="T11" fmla="*/ 16 h 120"/>
                <a:gd name="T12" fmla="*/ 32 w 108"/>
                <a:gd name="T13" fmla="*/ 4 h 120"/>
                <a:gd name="T14" fmla="*/ 54 w 108"/>
                <a:gd name="T15" fmla="*/ 0 h 120"/>
                <a:gd name="T16" fmla="*/ 77 w 108"/>
                <a:gd name="T17" fmla="*/ 4 h 120"/>
                <a:gd name="T18" fmla="*/ 94 w 108"/>
                <a:gd name="T19" fmla="*/ 16 h 120"/>
                <a:gd name="T20" fmla="*/ 104 w 108"/>
                <a:gd name="T21" fmla="*/ 34 h 120"/>
                <a:gd name="T22" fmla="*/ 108 w 108"/>
                <a:gd name="T23" fmla="*/ 60 h 120"/>
                <a:gd name="T24" fmla="*/ 94 w 108"/>
                <a:gd name="T25" fmla="*/ 104 h 120"/>
                <a:gd name="T26" fmla="*/ 82 w 108"/>
                <a:gd name="T27" fmla="*/ 20 h 120"/>
                <a:gd name="T28" fmla="*/ 54 w 108"/>
                <a:gd name="T29" fmla="*/ 7 h 120"/>
                <a:gd name="T30" fmla="*/ 26 w 108"/>
                <a:gd name="T31" fmla="*/ 20 h 120"/>
                <a:gd name="T32" fmla="*/ 16 w 108"/>
                <a:gd name="T33" fmla="*/ 60 h 120"/>
                <a:gd name="T34" fmla="*/ 26 w 108"/>
                <a:gd name="T35" fmla="*/ 100 h 120"/>
                <a:gd name="T36" fmla="*/ 54 w 108"/>
                <a:gd name="T37" fmla="*/ 113 h 120"/>
                <a:gd name="T38" fmla="*/ 82 w 108"/>
                <a:gd name="T39" fmla="*/ 100 h 120"/>
                <a:gd name="T40" fmla="*/ 92 w 108"/>
                <a:gd name="T41" fmla="*/ 61 h 120"/>
                <a:gd name="T42" fmla="*/ 82 w 108"/>
                <a:gd name="T43" fmla="*/ 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8" h="120">
                  <a:moveTo>
                    <a:pt x="94" y="104"/>
                  </a:moveTo>
                  <a:cubicBezTo>
                    <a:pt x="84" y="115"/>
                    <a:pt x="71" y="120"/>
                    <a:pt x="53" y="120"/>
                  </a:cubicBezTo>
                  <a:cubicBezTo>
                    <a:pt x="36" y="120"/>
                    <a:pt x="23" y="115"/>
                    <a:pt x="14" y="105"/>
                  </a:cubicBezTo>
                  <a:cubicBezTo>
                    <a:pt x="5" y="95"/>
                    <a:pt x="0" y="80"/>
                    <a:pt x="0" y="61"/>
                  </a:cubicBezTo>
                  <a:cubicBezTo>
                    <a:pt x="0" y="51"/>
                    <a:pt x="1" y="42"/>
                    <a:pt x="4" y="35"/>
                  </a:cubicBezTo>
                  <a:cubicBezTo>
                    <a:pt x="6" y="27"/>
                    <a:pt x="10" y="21"/>
                    <a:pt x="15" y="16"/>
                  </a:cubicBezTo>
                  <a:cubicBezTo>
                    <a:pt x="19" y="11"/>
                    <a:pt x="25" y="7"/>
                    <a:pt x="32" y="4"/>
                  </a:cubicBezTo>
                  <a:cubicBezTo>
                    <a:pt x="39" y="2"/>
                    <a:pt x="46" y="0"/>
                    <a:pt x="54" y="0"/>
                  </a:cubicBezTo>
                  <a:cubicBezTo>
                    <a:pt x="63" y="0"/>
                    <a:pt x="70" y="2"/>
                    <a:pt x="77" y="4"/>
                  </a:cubicBezTo>
                  <a:cubicBezTo>
                    <a:pt x="84" y="7"/>
                    <a:pt x="89" y="11"/>
                    <a:pt x="94" y="16"/>
                  </a:cubicBezTo>
                  <a:cubicBezTo>
                    <a:pt x="98" y="21"/>
                    <a:pt x="102" y="27"/>
                    <a:pt x="104" y="34"/>
                  </a:cubicBezTo>
                  <a:cubicBezTo>
                    <a:pt x="107" y="41"/>
                    <a:pt x="108" y="50"/>
                    <a:pt x="108" y="60"/>
                  </a:cubicBezTo>
                  <a:cubicBezTo>
                    <a:pt x="108" y="79"/>
                    <a:pt x="103" y="94"/>
                    <a:pt x="94" y="104"/>
                  </a:cubicBezTo>
                  <a:close/>
                  <a:moveTo>
                    <a:pt x="82" y="20"/>
                  </a:moveTo>
                  <a:cubicBezTo>
                    <a:pt x="75" y="12"/>
                    <a:pt x="66" y="7"/>
                    <a:pt x="54" y="7"/>
                  </a:cubicBezTo>
                  <a:cubicBezTo>
                    <a:pt x="42" y="7"/>
                    <a:pt x="33" y="12"/>
                    <a:pt x="26" y="20"/>
                  </a:cubicBezTo>
                  <a:cubicBezTo>
                    <a:pt x="19" y="28"/>
                    <a:pt x="16" y="42"/>
                    <a:pt x="16" y="60"/>
                  </a:cubicBezTo>
                  <a:cubicBezTo>
                    <a:pt x="16" y="78"/>
                    <a:pt x="19" y="91"/>
                    <a:pt x="26" y="100"/>
                  </a:cubicBezTo>
                  <a:cubicBezTo>
                    <a:pt x="32" y="108"/>
                    <a:pt x="42" y="113"/>
                    <a:pt x="54" y="113"/>
                  </a:cubicBezTo>
                  <a:cubicBezTo>
                    <a:pt x="66" y="113"/>
                    <a:pt x="75" y="109"/>
                    <a:pt x="82" y="100"/>
                  </a:cubicBezTo>
                  <a:cubicBezTo>
                    <a:pt x="89" y="92"/>
                    <a:pt x="92" y="78"/>
                    <a:pt x="92" y="61"/>
                  </a:cubicBezTo>
                  <a:cubicBezTo>
                    <a:pt x="92" y="42"/>
                    <a:pt x="89" y="29"/>
                    <a:pt x="82" y="20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B20A05F-2A56-4823-9122-8B62D8BADD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7" y="-166"/>
              <a:ext cx="35" cy="36"/>
            </a:xfrm>
            <a:custGeom>
              <a:avLst/>
              <a:gdLst>
                <a:gd name="T0" fmla="*/ 0 w 17"/>
                <a:gd name="T1" fmla="*/ 8 h 17"/>
                <a:gd name="T2" fmla="*/ 2 w 17"/>
                <a:gd name="T3" fmla="*/ 14 h 17"/>
                <a:gd name="T4" fmla="*/ 8 w 17"/>
                <a:gd name="T5" fmla="*/ 17 h 17"/>
                <a:gd name="T6" fmla="*/ 14 w 17"/>
                <a:gd name="T7" fmla="*/ 14 h 17"/>
                <a:gd name="T8" fmla="*/ 17 w 17"/>
                <a:gd name="T9" fmla="*/ 8 h 17"/>
                <a:gd name="T10" fmla="*/ 14 w 17"/>
                <a:gd name="T11" fmla="*/ 2 h 17"/>
                <a:gd name="T12" fmla="*/ 8 w 17"/>
                <a:gd name="T13" fmla="*/ 0 h 17"/>
                <a:gd name="T14" fmla="*/ 2 w 17"/>
                <a:gd name="T15" fmla="*/ 2 h 17"/>
                <a:gd name="T16" fmla="*/ 0 w 17"/>
                <a:gd name="T17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7">
                  <a:moveTo>
                    <a:pt x="0" y="8"/>
                  </a:moveTo>
                  <a:cubicBezTo>
                    <a:pt x="0" y="11"/>
                    <a:pt x="1" y="13"/>
                    <a:pt x="2" y="14"/>
                  </a:cubicBezTo>
                  <a:cubicBezTo>
                    <a:pt x="4" y="16"/>
                    <a:pt x="6" y="17"/>
                    <a:pt x="8" y="17"/>
                  </a:cubicBezTo>
                  <a:cubicBezTo>
                    <a:pt x="11" y="17"/>
                    <a:pt x="13" y="16"/>
                    <a:pt x="14" y="14"/>
                  </a:cubicBezTo>
                  <a:cubicBezTo>
                    <a:pt x="16" y="13"/>
                    <a:pt x="17" y="11"/>
                    <a:pt x="17" y="8"/>
                  </a:cubicBezTo>
                  <a:cubicBezTo>
                    <a:pt x="17" y="6"/>
                    <a:pt x="16" y="4"/>
                    <a:pt x="14" y="2"/>
                  </a:cubicBezTo>
                  <a:cubicBezTo>
                    <a:pt x="13" y="0"/>
                    <a:pt x="11" y="0"/>
                    <a:pt x="8" y="0"/>
                  </a:cubicBezTo>
                  <a:cubicBezTo>
                    <a:pt x="6" y="0"/>
                    <a:pt x="4" y="0"/>
                    <a:pt x="2" y="2"/>
                  </a:cubicBezTo>
                  <a:cubicBezTo>
                    <a:pt x="1" y="4"/>
                    <a:pt x="0" y="6"/>
                    <a:pt x="0" y="8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b-NO"/>
            </a:p>
          </p:txBody>
        </p:sp>
      </p:grpSp>
      <p:sp>
        <p:nvSpPr>
          <p:cNvPr id="19" name="Ellipse 18">
            <a:extLst>
              <a:ext uri="{FF2B5EF4-FFF2-40B4-BE49-F238E27FC236}">
                <a16:creationId xmlns:a16="http://schemas.microsoft.com/office/drawing/2014/main" id="{6AFCA1C8-BACB-4544-8D6F-E9DED43E23B9}"/>
              </a:ext>
            </a:extLst>
          </p:cNvPr>
          <p:cNvSpPr>
            <a:spLocks noChangeAspect="1"/>
          </p:cNvSpPr>
          <p:nvPr userDrawn="1"/>
        </p:nvSpPr>
        <p:spPr>
          <a:xfrm>
            <a:off x="4392000" y="3315762"/>
            <a:ext cx="360000" cy="360000"/>
          </a:xfrm>
          <a:prstGeom prst="ellipse">
            <a:avLst/>
          </a:prstGeom>
          <a:solidFill>
            <a:srgbClr val="EB5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lt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14A7285-3055-4647-BC2A-C6D5A8AF103F}"/>
              </a:ext>
            </a:extLst>
          </p:cNvPr>
          <p:cNvSpPr>
            <a:spLocks noChangeAspect="1"/>
          </p:cNvSpPr>
          <p:nvPr userDrawn="1"/>
        </p:nvSpPr>
        <p:spPr>
          <a:xfrm>
            <a:off x="4392000" y="3774449"/>
            <a:ext cx="360000" cy="360000"/>
          </a:xfrm>
          <a:prstGeom prst="ellipse">
            <a:avLst/>
          </a:prstGeom>
          <a:solidFill>
            <a:srgbClr val="EB5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443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1025"/>
            <a:ext cx="7429501" cy="1884458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4320"/>
            <a:ext cx="7428379" cy="855747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Rediger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A78D-282B-FF45-8EA6-2895F3C87F28}" type="datetimeFigureOut">
              <a:rPr lang="nb-NO" smtClean="0"/>
              <a:t>12.11.2019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99E42-278E-8443-9918-98F128BBA1B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7460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576072" y="288036"/>
            <a:ext cx="7922703" cy="360045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576072" y="1440181"/>
            <a:ext cx="7920990" cy="30603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576072" y="4860608"/>
            <a:ext cx="634666" cy="18002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>
                <a:solidFill>
                  <a:schemeClr val="dk1"/>
                </a:solidFill>
              </a:defRPr>
            </a:lvl1pPr>
          </a:lstStyle>
          <a:p>
            <a:fld id="{983651F3-9B16-40C6-B209-3688FC9C95F6}" type="datetimeFigureOut">
              <a:rPr lang="nb-NO" smtClean="0"/>
              <a:pPr/>
              <a:t>12.11.2019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1780674" y="4860608"/>
            <a:ext cx="5582653" cy="18002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>
                <a:solidFill>
                  <a:schemeClr val="dk1"/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283742" y="4860608"/>
            <a:ext cx="231608" cy="1800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000">
                <a:solidFill>
                  <a:schemeClr val="dk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9" name="Rett linje 8">
            <a:extLst>
              <a:ext uri="{FF2B5EF4-FFF2-40B4-BE49-F238E27FC236}">
                <a16:creationId xmlns:a16="http://schemas.microsoft.com/office/drawing/2014/main" id="{7B422D6A-1596-4F97-B0A0-875892A68C1A}"/>
              </a:ext>
            </a:extLst>
          </p:cNvPr>
          <p:cNvCxnSpPr/>
          <p:nvPr userDrawn="1"/>
        </p:nvCxnSpPr>
        <p:spPr>
          <a:xfrm>
            <a:off x="4374547" y="792099"/>
            <a:ext cx="3600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85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63" r:id="rId4"/>
    <p:sldLayoutId id="2147483659" r:id="rId5"/>
    <p:sldLayoutId id="2147483650" r:id="rId6"/>
    <p:sldLayoutId id="2147483660" r:id="rId7"/>
    <p:sldLayoutId id="2147483661" r:id="rId8"/>
    <p:sldLayoutId id="2147483662" r:id="rId9"/>
    <p:sldLayoutId id="2147483652" r:id="rId10"/>
    <p:sldLayoutId id="2147483653" r:id="rId11"/>
    <p:sldLayoutId id="2147483654" r:id="rId12"/>
    <p:sldLayoutId id="2147483655" r:id="rId13"/>
    <p:sldLayoutId id="2147483658" r:id="rId14"/>
    <p:sldLayoutId id="2147483665" r:id="rId15"/>
  </p:sldLayoutIdLst>
  <p:txStyles>
    <p:titleStyle>
      <a:lvl1pPr algn="ctr" defTabSz="6858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80000" algn="l" defTabSz="685800" rtl="0" eaLnBrk="1" latinLnBrk="0" hangingPunct="1">
        <a:lnSpc>
          <a:spcPct val="100000"/>
        </a:lnSpc>
        <a:spcBef>
          <a:spcPts val="750"/>
        </a:spcBef>
        <a:buClr>
          <a:schemeClr val="accent1"/>
        </a:buClr>
        <a:buFont typeface="Verdana" panose="020B060403050404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nb-NO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nb-NO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nb-NO" sz="11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lang="nb-NO" sz="11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FF1574C-EDB0-4093-99A6-A400FE614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Datahåndtering og statistikk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AE17633F-38EF-4D85-9ED0-6D967DA7B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 err="1"/>
              <a:t>Promod</a:t>
            </a:r>
            <a:endParaRPr lang="nb-NO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1E8BD12-25AB-48BB-9CD1-3C4604D09C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89" y="3982065"/>
            <a:ext cx="3497949" cy="326424"/>
          </a:xfrm>
        </p:spPr>
        <p:txBody>
          <a:bodyPr>
            <a:normAutofit/>
          </a:bodyPr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0419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0970" y="1726404"/>
            <a:ext cx="6562060" cy="630942"/>
          </a:xfrm>
        </p:spPr>
        <p:txBody>
          <a:bodyPr/>
          <a:lstStyle/>
          <a:p>
            <a:r>
              <a:rPr lang="nb-NO" dirty="0"/>
              <a:t>Lesing og plotting av data</a:t>
            </a:r>
          </a:p>
        </p:txBody>
      </p:sp>
    </p:spTree>
    <p:extLst>
      <p:ext uri="{BB962C8B-B14F-4D97-AF65-F5344CB8AC3E}">
        <p14:creationId xmlns:p14="http://schemas.microsoft.com/office/powerpoint/2010/main" val="3894777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Store datasett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sz="1800" dirty="0"/>
              <a:t>Datasett med svært mange punkter finnes ofte i råtekstfiler eller </a:t>
            </a:r>
            <a:r>
              <a:rPr lang="nb-NO" sz="1800" dirty="0" err="1"/>
              <a:t>csv</a:t>
            </a:r>
            <a:r>
              <a:rPr lang="nb-NO" sz="1800" dirty="0"/>
              <a:t>-filer.</a:t>
            </a:r>
          </a:p>
          <a:p>
            <a:endParaRPr lang="nb-NO" sz="1800" dirty="0"/>
          </a:p>
          <a:p>
            <a:r>
              <a:rPr lang="nb-NO" sz="1800" dirty="0"/>
              <a:t>Vi kan lese filer enkelt med funksjonen </a:t>
            </a:r>
            <a:r>
              <a:rPr lang="nb-NO" sz="1800" i="1" dirty="0" err="1"/>
              <a:t>loadtxt</a:t>
            </a:r>
            <a:r>
              <a:rPr lang="nb-NO" sz="1800" i="1" dirty="0"/>
              <a:t> </a:t>
            </a:r>
            <a:r>
              <a:rPr lang="nb-NO" sz="1800" dirty="0"/>
              <a:t>som finnes i </a:t>
            </a:r>
            <a:r>
              <a:rPr lang="nb-NO" sz="1800" i="1" dirty="0" err="1"/>
              <a:t>numpy</a:t>
            </a:r>
            <a:r>
              <a:rPr lang="nb-NO" sz="1800" dirty="0"/>
              <a:t>-biblioteket.</a:t>
            </a:r>
          </a:p>
          <a:p>
            <a:endParaRPr lang="nb-NO" sz="1800" dirty="0"/>
          </a:p>
          <a:p>
            <a:pPr marL="0" indent="0" algn="ctr">
              <a:buNone/>
            </a:pPr>
            <a:r>
              <a:rPr lang="nb-NO" sz="1800" dirty="0" err="1"/>
              <a:t>loadtxt</a:t>
            </a:r>
            <a:r>
              <a:rPr lang="nb-NO" sz="1800" dirty="0"/>
              <a:t>(‘filnavn’, </a:t>
            </a:r>
            <a:r>
              <a:rPr lang="nb-NO" sz="1800" dirty="0" err="1"/>
              <a:t>dtype</a:t>
            </a:r>
            <a:r>
              <a:rPr lang="nb-NO" sz="1800" dirty="0"/>
              <a:t> = ‘…’, </a:t>
            </a:r>
            <a:r>
              <a:rPr lang="nb-NO" sz="1800" dirty="0" err="1"/>
              <a:t>delimiter</a:t>
            </a:r>
            <a:r>
              <a:rPr lang="nb-NO" sz="1800" dirty="0"/>
              <a:t> = ‘…’, </a:t>
            </a:r>
            <a:r>
              <a:rPr lang="nb-NO" sz="1800" dirty="0" err="1"/>
              <a:t>skiprows</a:t>
            </a:r>
            <a:r>
              <a:rPr lang="nb-NO" sz="1800" dirty="0"/>
              <a:t> = …, </a:t>
            </a:r>
            <a:r>
              <a:rPr lang="nb-NO" sz="1800" dirty="0" err="1"/>
              <a:t>usecols</a:t>
            </a:r>
            <a:r>
              <a:rPr lang="nb-NO" sz="1800" dirty="0"/>
              <a:t> = (…))</a:t>
            </a:r>
          </a:p>
          <a:p>
            <a:pPr marL="0" indent="0" algn="ctr">
              <a:buNone/>
            </a:pPr>
            <a:endParaRPr lang="nb-NO" sz="1800" dirty="0"/>
          </a:p>
          <a:p>
            <a:pPr marL="0" indent="0" algn="ctr">
              <a:buNone/>
            </a:pPr>
            <a:endParaRPr lang="nb-NO" sz="1800" dirty="0"/>
          </a:p>
          <a:p>
            <a:endParaRPr lang="nb-NO" sz="1800" dirty="0"/>
          </a:p>
          <a:p>
            <a:pPr marL="0" indent="0">
              <a:buNone/>
            </a:pPr>
            <a:endParaRPr lang="nb-NO" sz="1800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68569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0970" y="1726404"/>
            <a:ext cx="6562060" cy="630942"/>
          </a:xfrm>
        </p:spPr>
        <p:txBody>
          <a:bodyPr/>
          <a:lstStyle/>
          <a:p>
            <a:r>
              <a:rPr lang="nb-NO" dirty="0"/>
              <a:t>Regresjon</a:t>
            </a:r>
          </a:p>
        </p:txBody>
      </p:sp>
    </p:spTree>
    <p:extLst>
      <p:ext uri="{BB962C8B-B14F-4D97-AF65-F5344CB8AC3E}">
        <p14:creationId xmlns:p14="http://schemas.microsoft.com/office/powerpoint/2010/main" val="3631654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C3D6ABB-FEB3-4D25-B386-F1DC91FA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Problem: For få datapunkter</a:t>
            </a:r>
          </a:p>
        </p:txBody>
      </p:sp>
      <p:graphicFrame>
        <p:nvGraphicFramePr>
          <p:cNvPr id="4" name="Plassholder for innhold 3">
            <a:extLst>
              <a:ext uri="{FF2B5EF4-FFF2-40B4-BE49-F238E27FC236}">
                <a16:creationId xmlns:a16="http://schemas.microsoft.com/office/drawing/2014/main" id="{D4F59EC1-D926-4C64-BFFA-C5B4DC5E41B8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518458" y="2212659"/>
          <a:ext cx="4036218" cy="228790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345406">
                  <a:extLst>
                    <a:ext uri="{9D8B030D-6E8A-4147-A177-3AD203B41FA5}">
                      <a16:colId xmlns:a16="http://schemas.microsoft.com/office/drawing/2014/main" val="93759383"/>
                    </a:ext>
                  </a:extLst>
                </a:gridCol>
                <a:gridCol w="1345406">
                  <a:extLst>
                    <a:ext uri="{9D8B030D-6E8A-4147-A177-3AD203B41FA5}">
                      <a16:colId xmlns:a16="http://schemas.microsoft.com/office/drawing/2014/main" val="111029191"/>
                    </a:ext>
                  </a:extLst>
                </a:gridCol>
                <a:gridCol w="1345406">
                  <a:extLst>
                    <a:ext uri="{9D8B030D-6E8A-4147-A177-3AD203B41FA5}">
                      <a16:colId xmlns:a16="http://schemas.microsoft.com/office/drawing/2014/main" val="109586832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lang="nb-NO" sz="1200" dirty="0"/>
                        <a:t>Temperatur (°C)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sz="1200" dirty="0"/>
                        <a:t>NH</a:t>
                      </a:r>
                      <a:r>
                        <a:rPr lang="pl-PL" sz="1200" baseline="-25000" dirty="0"/>
                        <a:t>3</a:t>
                      </a:r>
                      <a:r>
                        <a:rPr lang="nb-NO" sz="1200" baseline="0" dirty="0"/>
                        <a:t>,</a:t>
                      </a:r>
                      <a:r>
                        <a:rPr lang="pl-PL" sz="1200" dirty="0"/>
                        <a:t> </a:t>
                      </a:r>
                      <a:r>
                        <a:rPr lang="nb-NO" sz="1200" dirty="0"/>
                        <a:t>løselighet</a:t>
                      </a:r>
                      <a:br>
                        <a:rPr lang="pl-PL" sz="1200" dirty="0"/>
                      </a:br>
                      <a:r>
                        <a:rPr lang="pl-PL" sz="1200" dirty="0"/>
                        <a:t>(g/100 mL H</a:t>
                      </a:r>
                      <a:r>
                        <a:rPr lang="pl-PL" sz="1200" baseline="-25000" dirty="0"/>
                        <a:t>2</a:t>
                      </a:r>
                      <a:r>
                        <a:rPr lang="pl-PL" sz="1200" dirty="0"/>
                        <a:t>O)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b-NO" sz="1200" dirty="0" err="1"/>
                        <a:t>NaCl</a:t>
                      </a:r>
                      <a:r>
                        <a:rPr lang="nb-NO" sz="1200" dirty="0"/>
                        <a:t>, Løselighet</a:t>
                      </a:r>
                      <a:br>
                        <a:rPr lang="nb-NO" sz="1200" dirty="0"/>
                      </a:br>
                      <a:r>
                        <a:rPr lang="nb-NO" sz="1200" dirty="0"/>
                        <a:t>(g/100 </a:t>
                      </a:r>
                      <a:r>
                        <a:rPr lang="nb-NO" sz="1200" dirty="0" err="1"/>
                        <a:t>mL</a:t>
                      </a:r>
                      <a:r>
                        <a:rPr lang="nb-NO" sz="1200" dirty="0"/>
                        <a:t> H</a:t>
                      </a:r>
                      <a:r>
                        <a:rPr lang="nb-NO" sz="1200" baseline="-25000" dirty="0"/>
                        <a:t>2</a:t>
                      </a:r>
                      <a:r>
                        <a:rPr lang="nb-NO" sz="1200" dirty="0"/>
                        <a:t>O)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871715"/>
                  </a:ext>
                </a:extLst>
              </a:tr>
              <a:tr h="277908">
                <a:tc>
                  <a:txBody>
                    <a:bodyPr/>
                    <a:lstStyle/>
                    <a:p>
                      <a:r>
                        <a:rPr lang="nb-NO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/>
                        <a:t>88.5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35.7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274462"/>
                  </a:ext>
                </a:extLst>
              </a:tr>
              <a:tr h="277908">
                <a:tc>
                  <a:txBody>
                    <a:bodyPr/>
                    <a:lstStyle/>
                    <a:p>
                      <a:r>
                        <a:rPr lang="nb-NO"/>
                        <a:t>20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/>
                        <a:t>56.0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/>
                        <a:t>35.9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038671"/>
                  </a:ext>
                </a:extLst>
              </a:tr>
              <a:tr h="277908">
                <a:tc>
                  <a:txBody>
                    <a:bodyPr/>
                    <a:lstStyle/>
                    <a:p>
                      <a:r>
                        <a:rPr lang="nb-NO"/>
                        <a:t>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/>
                        <a:t>34.0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/>
                        <a:t>36.4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72729"/>
                  </a:ext>
                </a:extLst>
              </a:tr>
              <a:tr h="277908">
                <a:tc>
                  <a:txBody>
                    <a:bodyPr/>
                    <a:lstStyle/>
                    <a:p>
                      <a:r>
                        <a:rPr lang="nb-NO"/>
                        <a:t>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/>
                        <a:t>20.0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/>
                        <a:t>37.1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418015"/>
                  </a:ext>
                </a:extLst>
              </a:tr>
              <a:tr h="277908">
                <a:tc>
                  <a:txBody>
                    <a:bodyPr/>
                    <a:lstStyle/>
                    <a:p>
                      <a:r>
                        <a:rPr lang="nb-NO"/>
                        <a:t>80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/>
                        <a:t>11.0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38.0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637049"/>
                  </a:ext>
                </a:extLst>
              </a:tr>
              <a:tr h="277908">
                <a:tc>
                  <a:txBody>
                    <a:bodyPr/>
                    <a:lstStyle/>
                    <a:p>
                      <a:r>
                        <a:rPr lang="nb-NO" dirty="0"/>
                        <a:t>100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7.0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39.2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80753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237EDB-D898-4740-A659-25E774973481}"/>
              </a:ext>
            </a:extLst>
          </p:cNvPr>
          <p:cNvSpPr txBox="1">
            <a:spLocks/>
          </p:cNvSpPr>
          <p:nvPr/>
        </p:nvSpPr>
        <p:spPr>
          <a:xfrm>
            <a:off x="576072" y="1440181"/>
            <a:ext cx="7920990" cy="30603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71450" indent="-18000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Clr>
                <a:schemeClr val="accent1"/>
              </a:buClr>
              <a:buFont typeface="Verdana" panose="020B060403050404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nb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nb-NO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nb-NO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/>
              <a:t>Ønsker å forutsi verdier ved T = 50 °C og T = 200 °C.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  <a:p>
            <a:pPr marL="0" indent="0">
              <a:buFont typeface="Verdana" panose="020B0604030504040204" pitchFamily="34" charset="0"/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8652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7B17EBD-3A13-4D03-8076-8784A890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Regresjon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A5EA656-11B1-402C-A28A-D99A009A2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34350" indent="-342900">
              <a:buFont typeface="+mj-lt"/>
              <a:buAutoNum type="arabicPeriod"/>
            </a:pPr>
            <a:endParaRPr lang="nb-NO" dirty="0"/>
          </a:p>
          <a:p>
            <a:pPr marL="334350" indent="-342900">
              <a:buFont typeface="+mj-lt"/>
              <a:buAutoNum type="arabicPeriod"/>
            </a:pPr>
            <a:endParaRPr lang="nb-NO" dirty="0"/>
          </a:p>
          <a:p>
            <a:pPr marL="334350" indent="-342900">
              <a:buFont typeface="+mj-lt"/>
              <a:buAutoNum type="arabicPeriod"/>
            </a:pPr>
            <a:endParaRPr lang="nb-NO" dirty="0"/>
          </a:p>
          <a:p>
            <a:pPr marL="334350" indent="-342900">
              <a:buFont typeface="+mj-lt"/>
              <a:buAutoNum type="arabicPeriod"/>
            </a:pPr>
            <a:endParaRPr lang="nb-NO" dirty="0"/>
          </a:p>
          <a:p>
            <a:pPr marL="285750" indent="-285750"/>
            <a:endParaRPr lang="nb-NO" sz="1800" dirty="0"/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D996D6F9-5B8E-4CB5-A779-1D51C139D99B}"/>
              </a:ext>
            </a:extLst>
          </p:cNvPr>
          <p:cNvSpPr txBox="1"/>
          <p:nvPr/>
        </p:nvSpPr>
        <p:spPr>
          <a:xfrm>
            <a:off x="611505" y="1432005"/>
            <a:ext cx="7920990" cy="1200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b-NO" sz="1800" b="1" dirty="0"/>
              <a:t>Regresjon</a:t>
            </a:r>
          </a:p>
          <a:p>
            <a:endParaRPr lang="nb-NO" sz="1800" dirty="0"/>
          </a:p>
          <a:p>
            <a:r>
              <a:rPr lang="nb-NO" sz="1800" dirty="0"/>
              <a:t>Regresjon betyr å finne en funksjon som er best mulig tilpasset </a:t>
            </a:r>
            <a:r>
              <a:rPr lang="nb-NO" sz="1800" i="1" dirty="0"/>
              <a:t>alle</a:t>
            </a:r>
            <a:r>
              <a:rPr lang="nb-NO" sz="1800" dirty="0"/>
              <a:t> punktene i et datasett.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951" y="2697761"/>
            <a:ext cx="3063231" cy="21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1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Regresjonsanalyse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nb-NO" sz="1800" dirty="0"/>
              <a:t>Det finnes mange typer regresjon, og de ulike metodene gir ulike kurver.</a:t>
            </a:r>
          </a:p>
          <a:p>
            <a:pPr marL="285750" indent="-285750"/>
            <a:r>
              <a:rPr lang="nb-NO" sz="1800" dirty="0"/>
              <a:t>Vi kan teste hvor godt modellen vår passer med dataene våre ved å gjøre ulike analyser. En vanlig analyse er å finne R</a:t>
            </a:r>
            <a:r>
              <a:rPr lang="nb-NO" sz="1800" baseline="30000" dirty="0"/>
              <a:t>2</a:t>
            </a:r>
            <a:r>
              <a:rPr lang="nb-NO" sz="1800" dirty="0"/>
              <a:t> (determinasjonskoeffisienten).</a:t>
            </a:r>
          </a:p>
          <a:p>
            <a:pPr marL="285750" indent="-285750"/>
            <a:r>
              <a:rPr lang="nb-NO" sz="1800" dirty="0"/>
              <a:t>R</a:t>
            </a:r>
            <a:r>
              <a:rPr lang="nb-NO" sz="1800" baseline="30000" dirty="0"/>
              <a:t>2</a:t>
            </a:r>
            <a:r>
              <a:rPr lang="nb-NO" sz="1800" dirty="0"/>
              <a:t> ligger mellom 0 og 1, der 1 er </a:t>
            </a:r>
            <a:br>
              <a:rPr lang="nb-NO" sz="1800" dirty="0"/>
            </a:br>
            <a:r>
              <a:rPr lang="nb-NO" sz="1800" dirty="0"/>
              <a:t>best mulig tilpasning.</a:t>
            </a:r>
          </a:p>
          <a:p>
            <a:endParaRPr lang="nb-N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67" y="2572544"/>
            <a:ext cx="3755551" cy="244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6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81AD54-B583-4DB0-8090-547A9207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Regresjon = modell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38F4D1E-9E0A-49E8-904D-1485762AF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1800" dirty="0"/>
              <a:t>Når vi utfører regresjon, lager vi en </a:t>
            </a:r>
            <a:r>
              <a:rPr lang="nb-NO" sz="1800" i="1" dirty="0"/>
              <a:t>modell</a:t>
            </a:r>
            <a:r>
              <a:rPr lang="nb-NO" sz="1800" dirty="0"/>
              <a:t> for utviklingen i datasettene våre.</a:t>
            </a:r>
          </a:p>
          <a:p>
            <a:r>
              <a:rPr lang="nb-NO" sz="1800" dirty="0"/>
              <a:t>Med en modell kan vi </a:t>
            </a:r>
            <a:r>
              <a:rPr lang="nb-NO" sz="1800" i="1" dirty="0"/>
              <a:t>ekstrapolere</a:t>
            </a:r>
            <a:r>
              <a:rPr lang="nb-NO" sz="1800" dirty="0"/>
              <a:t> (forutsi utvikling framover).</a:t>
            </a:r>
          </a:p>
          <a:p>
            <a:r>
              <a:rPr lang="nb-NO" sz="1800" dirty="0"/>
              <a:t>En må være </a:t>
            </a:r>
            <a:r>
              <a:rPr lang="nb-NO" sz="1800" i="1" dirty="0"/>
              <a:t>svært </a:t>
            </a:r>
            <a:r>
              <a:rPr lang="nb-NO" sz="1800" dirty="0"/>
              <a:t>forsiktig med ekstrapolering!</a:t>
            </a:r>
          </a:p>
          <a:p>
            <a:r>
              <a:rPr lang="nb-NO" sz="1800" dirty="0"/>
              <a:t>En R</a:t>
            </a:r>
            <a:r>
              <a:rPr lang="nb-NO" sz="1800" baseline="30000" dirty="0"/>
              <a:t>2</a:t>
            </a:r>
            <a:r>
              <a:rPr lang="nb-NO" sz="1800" dirty="0"/>
              <a:t>-verdi nær 1 er ikke ensbetydende med at modellen er god!</a:t>
            </a:r>
          </a:p>
        </p:txBody>
      </p:sp>
    </p:spTree>
    <p:extLst>
      <p:ext uri="{BB962C8B-B14F-4D97-AF65-F5344CB8AC3E}">
        <p14:creationId xmlns:p14="http://schemas.microsoft.com/office/powerpoint/2010/main" val="311907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FD11793-139E-4DB2-8F3E-47E397B9EA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Vi gjør en regresjon! 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3EBB36DB-638F-4054-B4B3-BDF1D4167F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  <p:graphicFrame>
        <p:nvGraphicFramePr>
          <p:cNvPr id="5" name="Plassholder for innhold 3">
            <a:extLst>
              <a:ext uri="{FF2B5EF4-FFF2-40B4-BE49-F238E27FC236}">
                <a16:creationId xmlns:a16="http://schemas.microsoft.com/office/drawing/2014/main" id="{4FE5E26D-2AF5-493D-9859-975AC4ABBD8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047998" y="3133709"/>
          <a:ext cx="3048003" cy="186972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016001">
                  <a:extLst>
                    <a:ext uri="{9D8B030D-6E8A-4147-A177-3AD203B41FA5}">
                      <a16:colId xmlns:a16="http://schemas.microsoft.com/office/drawing/2014/main" val="93759383"/>
                    </a:ext>
                  </a:extLst>
                </a:gridCol>
                <a:gridCol w="1016001">
                  <a:extLst>
                    <a:ext uri="{9D8B030D-6E8A-4147-A177-3AD203B41FA5}">
                      <a16:colId xmlns:a16="http://schemas.microsoft.com/office/drawing/2014/main" val="111029191"/>
                    </a:ext>
                  </a:extLst>
                </a:gridCol>
                <a:gridCol w="1016001">
                  <a:extLst>
                    <a:ext uri="{9D8B030D-6E8A-4147-A177-3AD203B41FA5}">
                      <a16:colId xmlns:a16="http://schemas.microsoft.com/office/drawing/2014/main" val="1095868321"/>
                    </a:ext>
                  </a:extLst>
                </a:gridCol>
              </a:tblGrid>
              <a:tr h="501677">
                <a:tc>
                  <a:txBody>
                    <a:bodyPr/>
                    <a:lstStyle/>
                    <a:p>
                      <a:r>
                        <a:rPr lang="nb-NO" sz="900" dirty="0"/>
                        <a:t>Temperatur (°C) </a:t>
                      </a:r>
                    </a:p>
                  </a:txBody>
                  <a:tcPr marL="69052" marR="69052" marT="34525" marB="34525" anchor="ctr"/>
                </a:tc>
                <a:tc>
                  <a:txBody>
                    <a:bodyPr/>
                    <a:lstStyle/>
                    <a:p>
                      <a:r>
                        <a:rPr lang="pl-PL" sz="900" dirty="0"/>
                        <a:t>NH</a:t>
                      </a:r>
                      <a:r>
                        <a:rPr lang="pl-PL" sz="900" baseline="-25000" dirty="0"/>
                        <a:t>3</a:t>
                      </a:r>
                      <a:r>
                        <a:rPr lang="nb-NO" sz="900" baseline="0" dirty="0"/>
                        <a:t>,</a:t>
                      </a:r>
                      <a:r>
                        <a:rPr lang="pl-PL" sz="900" dirty="0"/>
                        <a:t> </a:t>
                      </a:r>
                      <a:r>
                        <a:rPr lang="nb-NO" sz="900" dirty="0"/>
                        <a:t>løselighet</a:t>
                      </a:r>
                      <a:br>
                        <a:rPr lang="pl-PL" sz="900" dirty="0"/>
                      </a:br>
                      <a:r>
                        <a:rPr lang="pl-PL" sz="900" dirty="0"/>
                        <a:t>(g/100 mL H</a:t>
                      </a:r>
                      <a:r>
                        <a:rPr lang="pl-PL" sz="900" baseline="-25000" dirty="0"/>
                        <a:t>2</a:t>
                      </a:r>
                      <a:r>
                        <a:rPr lang="pl-PL" sz="900" dirty="0"/>
                        <a:t>O) </a:t>
                      </a:r>
                    </a:p>
                  </a:txBody>
                  <a:tcPr marL="69052" marR="69052" marT="34525" marB="34525" anchor="ctr"/>
                </a:tc>
                <a:tc>
                  <a:txBody>
                    <a:bodyPr/>
                    <a:lstStyle/>
                    <a:p>
                      <a:r>
                        <a:rPr lang="nb-NO" sz="900" dirty="0" err="1"/>
                        <a:t>NaCl</a:t>
                      </a:r>
                      <a:r>
                        <a:rPr lang="nb-NO" sz="900" dirty="0"/>
                        <a:t>, Løselighet</a:t>
                      </a:r>
                      <a:br>
                        <a:rPr lang="nb-NO" sz="900" dirty="0"/>
                      </a:br>
                      <a:r>
                        <a:rPr lang="nb-NO" sz="900" dirty="0"/>
                        <a:t>(g/100 </a:t>
                      </a:r>
                      <a:r>
                        <a:rPr lang="nb-NO" sz="900" dirty="0" err="1"/>
                        <a:t>mL</a:t>
                      </a:r>
                      <a:r>
                        <a:rPr lang="nb-NO" sz="900" dirty="0"/>
                        <a:t> H</a:t>
                      </a:r>
                      <a:r>
                        <a:rPr lang="nb-NO" sz="900" baseline="-25000" dirty="0"/>
                        <a:t>2</a:t>
                      </a:r>
                      <a:r>
                        <a:rPr lang="nb-NO" sz="900" dirty="0"/>
                        <a:t>O) </a:t>
                      </a:r>
                    </a:p>
                  </a:txBody>
                  <a:tcPr marL="69052" marR="69052" marT="34525" marB="34525" anchor="ctr"/>
                </a:tc>
                <a:extLst>
                  <a:ext uri="{0D108BD9-81ED-4DB2-BD59-A6C34878D82A}">
                    <a16:rowId xmlns:a16="http://schemas.microsoft.com/office/drawing/2014/main" val="3634871715"/>
                  </a:ext>
                </a:extLst>
              </a:tr>
              <a:tr h="228008">
                <a:tc>
                  <a:txBody>
                    <a:bodyPr/>
                    <a:lstStyle/>
                    <a:p>
                      <a:r>
                        <a:rPr lang="nb-NO" sz="1000"/>
                        <a:t>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/>
                        <a:t>88.5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/>
                        <a:t>35.7 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274462"/>
                  </a:ext>
                </a:extLst>
              </a:tr>
              <a:tr h="228008">
                <a:tc>
                  <a:txBody>
                    <a:bodyPr/>
                    <a:lstStyle/>
                    <a:p>
                      <a:r>
                        <a:rPr lang="nb-NO" sz="1000"/>
                        <a:t>20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/>
                        <a:t>56.0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/>
                        <a:t>35.9 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038671"/>
                  </a:ext>
                </a:extLst>
              </a:tr>
              <a:tr h="228008">
                <a:tc>
                  <a:txBody>
                    <a:bodyPr/>
                    <a:lstStyle/>
                    <a:p>
                      <a:r>
                        <a:rPr lang="nb-NO" sz="1000"/>
                        <a:t>40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/>
                        <a:t>34.0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/>
                        <a:t>36.4 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72729"/>
                  </a:ext>
                </a:extLst>
              </a:tr>
              <a:tr h="228008">
                <a:tc>
                  <a:txBody>
                    <a:bodyPr/>
                    <a:lstStyle/>
                    <a:p>
                      <a:r>
                        <a:rPr lang="nb-NO" sz="1000"/>
                        <a:t>60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/>
                        <a:t>20.0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/>
                        <a:t>37.1 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418015"/>
                  </a:ext>
                </a:extLst>
              </a:tr>
              <a:tr h="228008">
                <a:tc>
                  <a:txBody>
                    <a:bodyPr/>
                    <a:lstStyle/>
                    <a:p>
                      <a:r>
                        <a:rPr lang="nb-NO" sz="1000"/>
                        <a:t>80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/>
                        <a:t>11.0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/>
                        <a:t>38.0 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637049"/>
                  </a:ext>
                </a:extLst>
              </a:tr>
              <a:tr h="228008">
                <a:tc>
                  <a:txBody>
                    <a:bodyPr/>
                    <a:lstStyle/>
                    <a:p>
                      <a:r>
                        <a:rPr lang="nb-NO" sz="1000" dirty="0"/>
                        <a:t>100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/>
                        <a:t>7.0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b-NO" sz="1000" dirty="0"/>
                        <a:t>39.2 </a:t>
                      </a:r>
                    </a:p>
                  </a:txBody>
                  <a:tcPr marL="69052" marR="69052" marT="34525" marB="34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80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74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4BC491-1B53-44F8-8F4D-14757211E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970" y="1726404"/>
            <a:ext cx="6562060" cy="630942"/>
          </a:xfrm>
        </p:spPr>
        <p:txBody>
          <a:bodyPr/>
          <a:lstStyle/>
          <a:p>
            <a:r>
              <a:rPr lang="nb-NO" dirty="0"/>
              <a:t>Statistikk</a:t>
            </a:r>
          </a:p>
        </p:txBody>
      </p:sp>
    </p:spTree>
    <p:extLst>
      <p:ext uri="{BB962C8B-B14F-4D97-AF65-F5344CB8AC3E}">
        <p14:creationId xmlns:p14="http://schemas.microsoft.com/office/powerpoint/2010/main" val="133284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F64FB6D-9B57-4986-A0F9-C698B5C36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Statistisk analyse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1F8B7DF-1CAB-4786-8302-04A36217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1800" dirty="0"/>
              <a:t>En statistisk analyse kan avdekke trender og mønstre i dataene våre.</a:t>
            </a:r>
          </a:p>
          <a:p>
            <a:r>
              <a:rPr lang="nb-NO" sz="1800" dirty="0"/>
              <a:t>Det er viktig å ha kontroll på feil og måleusikkerhet!</a:t>
            </a:r>
          </a:p>
          <a:p>
            <a:r>
              <a:rPr lang="nb-NO" sz="1800" dirty="0"/>
              <a:t>Vi gjør ofte mange målinger for å minske usikkerheten i måledataene våre.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5877E-411D-400B-8D66-4CC157399542}"/>
                  </a:ext>
                </a:extLst>
              </p:cNvPr>
              <p:cNvSpPr txBox="1"/>
              <p:nvPr/>
            </p:nvSpPr>
            <p:spPr>
              <a:xfrm>
                <a:off x="646938" y="2970372"/>
                <a:ext cx="7628382" cy="2008370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nb-NO" sz="1800" b="1" dirty="0"/>
                  <a:t>Gjennomsnitt</a:t>
                </a:r>
              </a:p>
              <a:p>
                <a:r>
                  <a:rPr lang="nb-NO" sz="1800" dirty="0"/>
                  <a:t>Gjennomsnittet av </a:t>
                </a:r>
                <a:r>
                  <a:rPr lang="nb-NO" sz="1800" i="1" dirty="0"/>
                  <a:t>n </a:t>
                </a:r>
                <a:r>
                  <a:rPr lang="nb-NO" sz="1800" dirty="0"/>
                  <a:t>målinger er definert som summen av alle målingene dividert på </a:t>
                </a:r>
                <a:r>
                  <a:rPr lang="nb-NO" sz="1800" i="1" dirty="0"/>
                  <a:t>n:</a:t>
                </a:r>
              </a:p>
              <a:p>
                <a:endParaRPr lang="nb-NO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nb-NO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b-NO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nb-NO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nb-NO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sz="1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b-NO" sz="1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nb-NO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5877E-411D-400B-8D66-4CC157399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38" y="2970372"/>
                <a:ext cx="7628382" cy="2008370"/>
              </a:xfrm>
              <a:prstGeom prst="rect">
                <a:avLst/>
              </a:prstGeom>
              <a:blipFill>
                <a:blip r:embed="rId3"/>
                <a:stretch>
                  <a:fillRect l="-558" t="-1205" r="-8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662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A117F5C-98FC-4117-98D4-97B437B4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3324000B-A6D9-4918-B5F8-4F6CDFD18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225" y="0"/>
            <a:ext cx="7922703" cy="5118067"/>
          </a:xfrm>
        </p:spPr>
      </p:pic>
    </p:spTree>
    <p:extLst>
      <p:ext uri="{BB962C8B-B14F-4D97-AF65-F5344CB8AC3E}">
        <p14:creationId xmlns:p14="http://schemas.microsoft.com/office/powerpoint/2010/main" val="379771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9D48220-1F7B-470B-9266-EA93340F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Målinger på spredning av dataene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24C6566-68B9-45D6-8510-6999A396F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1800" dirty="0"/>
              <a:t>Vi har flere målinger for spredning av målinger: </a:t>
            </a:r>
            <a:r>
              <a:rPr lang="nb-NO" sz="1800" i="1" dirty="0"/>
              <a:t>varians</a:t>
            </a:r>
            <a:r>
              <a:rPr lang="nb-NO" sz="1800" dirty="0"/>
              <a:t> og </a:t>
            </a:r>
            <a:r>
              <a:rPr lang="nb-NO" sz="1800" i="1" dirty="0"/>
              <a:t>standardavvik</a:t>
            </a:r>
            <a:r>
              <a:rPr lang="nb-NO" sz="1800" dirty="0"/>
              <a:t> er de vanligste.</a:t>
            </a:r>
          </a:p>
          <a:p>
            <a:r>
              <a:rPr lang="nb-NO" sz="1800" dirty="0"/>
              <a:t>Standardavviket er definert som den positive kvadratrota av variansen, og er den vanligste måter å måle statistisk spredning på.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9C1897F4-7206-4EE5-A89D-73B8E94F5364}"/>
                  </a:ext>
                </a:extLst>
              </p:cNvPr>
              <p:cNvSpPr txBox="1"/>
              <p:nvPr/>
            </p:nvSpPr>
            <p:spPr>
              <a:xfrm>
                <a:off x="757809" y="2779872"/>
                <a:ext cx="7628382" cy="2000932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nb-NO" sz="1800" b="1" dirty="0"/>
                  <a:t>Standardavvik</a:t>
                </a:r>
              </a:p>
              <a:p>
                <a:r>
                  <a:rPr lang="nb-NO" sz="1800" dirty="0"/>
                  <a:t>Standardavviket til </a:t>
                </a:r>
                <a:r>
                  <a:rPr lang="nb-NO" sz="1800" i="1" dirty="0"/>
                  <a:t>n </a:t>
                </a:r>
                <a:r>
                  <a:rPr lang="nb-NO" sz="1800" dirty="0"/>
                  <a:t>målinger er definert slik:</a:t>
                </a:r>
                <a:endParaRPr lang="nb-NO" sz="1800" i="1" dirty="0"/>
              </a:p>
              <a:p>
                <a:endParaRPr lang="nb-NO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nb-NO" sz="180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b-NO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nb-NO" sz="18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nb-NO" sz="1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b-NO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b-NO" sz="1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nb-NO" sz="1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nb-NO" sz="1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nb-NO" sz="18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nb-NO" sz="1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nb-NO" sz="1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nb-NO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nb-NO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nb-NO" sz="1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b-NO" sz="18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nb-NO" sz="18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nb-NO" sz="18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nb-NO" sz="1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nb-NO" sz="18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nb-NO" sz="1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nb-NO" sz="1800" dirty="0"/>
              </a:p>
            </p:txBody>
          </p:sp>
        </mc:Choice>
        <mc:Fallback xmlns=""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9C1897F4-7206-4EE5-A89D-73B8E94F5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09" y="2779872"/>
                <a:ext cx="7628382" cy="2000932"/>
              </a:xfrm>
              <a:prstGeom prst="rect">
                <a:avLst/>
              </a:prstGeom>
              <a:blipFill>
                <a:blip r:embed="rId2"/>
                <a:stretch>
                  <a:fillRect l="-558" t="-121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930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402DDF5-DB00-4A95-90E8-AEEC8DC29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970" y="1726404"/>
            <a:ext cx="6562060" cy="630942"/>
          </a:xfrm>
        </p:spPr>
        <p:txBody>
          <a:bodyPr/>
          <a:lstStyle/>
          <a:p>
            <a:r>
              <a:rPr lang="nb-NO" dirty="0"/>
              <a:t>Dataframstilling</a:t>
            </a:r>
          </a:p>
        </p:txBody>
      </p:sp>
    </p:spTree>
    <p:extLst>
      <p:ext uri="{BB962C8B-B14F-4D97-AF65-F5344CB8AC3E}">
        <p14:creationId xmlns:p14="http://schemas.microsoft.com/office/powerpoint/2010/main" val="3011557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55EDA2C-B27F-4BF8-945F-534EC86B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Usikkerhetsstolpeplott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4843C93-4649-4215-9E9C-3F9977FB0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sz="1800" dirty="0"/>
              <a:t>Det er også mange måter å grafisk framstille statistisk spredning på.</a:t>
            </a:r>
          </a:p>
          <a:p>
            <a:r>
              <a:rPr lang="nb-NO" sz="1800" dirty="0"/>
              <a:t>Vi ser på </a:t>
            </a:r>
            <a:r>
              <a:rPr lang="nb-NO" sz="1800" i="1" dirty="0"/>
              <a:t>usikkerhetsstolpeplott</a:t>
            </a:r>
            <a:r>
              <a:rPr lang="nb-NO" sz="1800" dirty="0"/>
              <a:t>.</a:t>
            </a:r>
          </a:p>
          <a:p>
            <a:pPr marL="0" indent="0">
              <a:buNone/>
            </a:pPr>
            <a:endParaRPr lang="nb-NO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1AA01F1E-E884-496D-AD18-AF5B903D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357" y="2274448"/>
            <a:ext cx="2703286" cy="258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6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ECAE05C-FD6D-4985-B797-7583246A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Kakediagram og søylediagram</a:t>
            </a:r>
          </a:p>
        </p:txBody>
      </p:sp>
      <p:pic>
        <p:nvPicPr>
          <p:cNvPr id="5" name="Plassholder for innhold 4">
            <a:extLst>
              <a:ext uri="{FF2B5EF4-FFF2-40B4-BE49-F238E27FC236}">
                <a16:creationId xmlns:a16="http://schemas.microsoft.com/office/drawing/2014/main" id="{C15592F7-BE50-48F3-99CF-64C6B9378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072" y="1675607"/>
            <a:ext cx="4654287" cy="3060700"/>
          </a:xfrm>
        </p:spPr>
      </p:pic>
      <p:pic>
        <p:nvPicPr>
          <p:cNvPr id="7" name="Bilde 6">
            <a:extLst>
              <a:ext uri="{FF2B5EF4-FFF2-40B4-BE49-F238E27FC236}">
                <a16:creationId xmlns:a16="http://schemas.microsoft.com/office/drawing/2014/main" id="{B797E500-FBE3-4A5C-B30F-E6EE9FA0D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950" y="968883"/>
            <a:ext cx="2865978" cy="376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80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E311934-EAB3-4343-982D-D01F53CF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skal du kunne?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9CBFB2D-15D7-4743-822A-F5D5CD1AE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Lese filer.</a:t>
            </a:r>
          </a:p>
          <a:p>
            <a:r>
              <a:rPr lang="nb-NO" dirty="0"/>
              <a:t>Utføre regresjon på diskrete data. </a:t>
            </a:r>
          </a:p>
          <a:p>
            <a:r>
              <a:rPr lang="nb-NO" dirty="0"/>
              <a:t>Utføre regresjonsanalyse vha. R2-test. </a:t>
            </a:r>
            <a:r>
              <a:rPr lang="nb-NO"/>
              <a:t>Tolke resultatene.</a:t>
            </a:r>
            <a:endParaRPr lang="nb-NO" dirty="0"/>
          </a:p>
          <a:p>
            <a:r>
              <a:rPr lang="nb-NO" dirty="0"/>
              <a:t>Plotte vanlige plott, spredningsplott, kakediagram og søylediagram.</a:t>
            </a:r>
          </a:p>
          <a:p>
            <a:r>
              <a:rPr lang="nb-NO" dirty="0"/>
              <a:t>Definere og beregne gjennomsnitt og standardavvik.</a:t>
            </a:r>
          </a:p>
          <a:p>
            <a:r>
              <a:rPr lang="nb-NO" dirty="0"/>
              <a:t>Plotte usikkerhetsplott.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4689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UIO">
      <a:dk1>
        <a:sysClr val="windowText" lastClr="000000"/>
      </a:dk1>
      <a:lt1>
        <a:sysClr val="window" lastClr="FFFFFF"/>
      </a:lt1>
      <a:dk2>
        <a:srgbClr val="404040"/>
      </a:dk2>
      <a:lt2>
        <a:srgbClr val="F18665"/>
      </a:lt2>
      <a:accent1>
        <a:srgbClr val="E30613"/>
      </a:accent1>
      <a:accent2>
        <a:srgbClr val="C7C1B8"/>
      </a:accent2>
      <a:accent3>
        <a:srgbClr val="B7B7B6"/>
      </a:accent3>
      <a:accent4>
        <a:srgbClr val="76777B"/>
      </a:accent4>
      <a:accent5>
        <a:srgbClr val="E66A77"/>
      </a:accent5>
      <a:accent6>
        <a:srgbClr val="8A3B8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mal_UIO_1.potx" id="{EA89BD56-01FD-48D9-BDD3-1E84E0E193CE}" vid="{1D06FC09-0143-4B29-8E70-0BE773F385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F6C095784CFED4BB1C07E103D8EEA0F" ma:contentTypeVersion="6" ma:contentTypeDescription="Opprett et nytt dokument." ma:contentTypeScope="" ma:versionID="77327d7314a6ad529f7d4b93192fae12">
  <xsd:schema xmlns:xsd="http://www.w3.org/2001/XMLSchema" xmlns:xs="http://www.w3.org/2001/XMLSchema" xmlns:p="http://schemas.microsoft.com/office/2006/metadata/properties" xmlns:ns2="75c2ae53-6359-4aff-b918-757ab4059ae7" targetNamespace="http://schemas.microsoft.com/office/2006/metadata/properties" ma:root="true" ma:fieldsID="aa744480066a6b1ef2b98ae20a433397" ns2:_="">
    <xsd:import namespace="75c2ae53-6359-4aff-b918-757ab4059a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c2ae53-6359-4aff-b918-757ab4059a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0E950E-9910-4337-AEF4-E33FE1F697E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E5F3509-3F0F-427A-B152-60F12FAF90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46A001-BE08-4B53-BA18-5BBFC28879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c2ae53-6359-4aff-b918-757ab4059a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1169</TotalTime>
  <Words>446</Words>
  <Application>Microsoft Office PowerPoint</Application>
  <PresentationFormat>Egendefinert</PresentationFormat>
  <Paragraphs>111</Paragraphs>
  <Slides>17</Slides>
  <Notes>3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Verdana</vt:lpstr>
      <vt:lpstr>Office-tema</vt:lpstr>
      <vt:lpstr>Datahåndtering og statistikk</vt:lpstr>
      <vt:lpstr>Lesing og plotting av data</vt:lpstr>
      <vt:lpstr>Store datasett</vt:lpstr>
      <vt:lpstr>Regresjon</vt:lpstr>
      <vt:lpstr>Problem: For få datapunkter</vt:lpstr>
      <vt:lpstr>Regresjon</vt:lpstr>
      <vt:lpstr>Regresjonsanalyse</vt:lpstr>
      <vt:lpstr>Regresjon = modell</vt:lpstr>
      <vt:lpstr>Vi gjør en regresjon! </vt:lpstr>
      <vt:lpstr>Statistikk</vt:lpstr>
      <vt:lpstr>Statistisk analyse</vt:lpstr>
      <vt:lpstr>PowerPoint-presentasjon</vt:lpstr>
      <vt:lpstr>Målinger på spredning av dataene</vt:lpstr>
      <vt:lpstr>Dataframstilling</vt:lpstr>
      <vt:lpstr>Usikkerhetsstolpeplott</vt:lpstr>
      <vt:lpstr>Kakediagram og søylediagram</vt:lpstr>
      <vt:lpstr>Hva skal du kunne?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Plotting og lese fra fil</dc:title>
  <dc:creator>Cathrine W. Tellefsen</dc:creator>
  <cp:lastModifiedBy>Andreas Drolsum Haraldsrud</cp:lastModifiedBy>
  <cp:revision>134</cp:revision>
  <cp:lastPrinted>2018-06-11T15:07:54Z</cp:lastPrinted>
  <dcterms:created xsi:type="dcterms:W3CDTF">2018-05-25T08:42:12Z</dcterms:created>
  <dcterms:modified xsi:type="dcterms:W3CDTF">2019-11-12T19:37:14Z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0x0101002F6C095784CFED4BB1C07E103D8EEA0F</vt:lpwstr>
  </property>
</Properties>
</file>